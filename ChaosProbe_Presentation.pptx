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Primary results —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Context &amp;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Spreading flushes conn-state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Primary metric. Under churn, spread/default flush 36-39% of node conntrack entries; colocate stays flat (−1.6%). 12/12 runs. The reproducible fault-response signal.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Co-location lowers CPU contention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Colocate throttles LEAST (median 1.54 vs default 1.90, spread 1.94) and has the lowest CPU usage/pressure. 11/13 runs. Contention does not scale with density under churn.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'Spread is safer' is refuted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Both reproducible metrics favour co-location under churn. The literature's spread-isolation prescription is refuted at the metric level — not merely unmeasurable on the score.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Score decoupled from 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Where conntrack &amp; CPU reproduce (≥11/13), the resilience score does NOT (33-89 across runs). The binary-probe score is a lossy instrument; the metrics are the reliable outcome.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Fault class gates the effect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Contention (cpu-hog) yields identical resilience across all strategies (100, σ0); churn differentiates them. Whether placement matters is conditional on fault class.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is application-bound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scheduled→ready (app startup) is 84-96% of recovery; placement touches only the 4-16% scheduling term. Recovery is application-bound, not placement-bound.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Why the Score Is Demoted (M4)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lienc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score does NOT reproduce across</a:t>
            </a:r>
            <a:br/>
            <a:r>
              <a:t>  the 13 collected runs: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    colocate 49.7–83  (mean 69.5)</a:t>
            </a:r>
            <a:br/>
            <a:r>
              <a:t>    spread   33–88.7  (mean 70.5)</a:t>
            </a:r>
            <a:br/>
            <a:r>
              <a:t>    default  33–83    (mean 58.9)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Within-strategy stddev (11–17) dwarfs</a:t>
            </a:r>
            <a:br/>
            <a:r>
              <a:t>  the colocate-vs-spread gap (~1 point)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M4 — the score is decoupled from the reproducible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score is not reproducible run-to-run, so it cannot adjudicate L1–L3. They are resolved instead at the mechanism layer (next slides), where the signal IS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is application-bound (S2)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= deletion→scheduled + scheduled→ready;</a:t>
            </a:r>
            <a:br/>
            <a:r>
              <a:t>  the app-startup term is 84–96% of the total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Placement only touches the 4–16% scheduling term,</a:t>
            </a:r>
            <a:br/>
            <a:r>
              <a:t>  so it has little leverage over recovery speed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Recovery-time rank is noise run-to-run — it does</a:t>
            </a:r>
            <a:br/>
            <a:r>
              <a:t>  not track the placement story (refutes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The fault signal is in the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Targeted route during chaos: mean 231 ms but</a:t>
            </a:r>
            <a:br/>
            <a:r>
              <a:t>  p95 619 ms and max 3334 ms — tail is 14× the mean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Routes not depending on the target stay flat at</a:t>
            </a:r>
            <a:br/>
            <a:r>
              <a:t>  70–110 ms — impact is route-specific, not node-wide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Mean-based SLOs would miss the fault entirely</a:t>
            </a:r>
            <a:br/>
            <a:r>
              <a:t>  (Dean &amp; Barroso, Tail at Scale)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Primary Metrics: Conntrack &amp; CPU (M1, M2)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M2 — co-location lowers CPU contention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Densest placement (colocate) throttles LEAST —</a:t>
            </a:r>
            <a:br/>
            <a:r>
              <a:t>  median 1.54 vs default 1.90, spread 1.94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Holds in 11 of 13 runs — reproducible, unlike score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Opposite of Bubble-Up's dense=more-contention; the</a:t>
            </a:r>
            <a:br/>
            <a:r>
              <a:t>  contention model does not fit a churn fault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M1 — spreading flushes conn-state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Spread/default flush 36–39% of node conntrack</a:t>
            </a:r>
            <a:br/>
            <a:r>
              <a:t>  entries during churn; colocate stays flat (−1.6%)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Reproducible in all 12 runs measured — the primary,</a:t>
            </a:r>
            <a:br/>
            <a:r>
              <a:t>  large-effect fault-response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Spreading maximises the cross-node flows pod churn</a:t>
            </a:r>
            <a:br/>
            <a:r>
              <a:t>  tears down — both metrics favour co-location (M3)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(colocate 49.7–83</a:t>
            </a:r>
            <a:br/>
            <a:r>
              <a:t>across runs). Mechanism: colocate throttles</a:t>
            </a:r>
            <a:br/>
            <a:r>
              <a:t>LEAST and flushes no conn-state — not worst.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(spread 33–88.7).</a:t>
            </a:r>
            <a:br/>
            <a:r>
              <a:t>Mechanism: spread flushes 28–52% of conntrack</a:t>
            </a:r>
            <a:br/>
            <a:r>
              <a:t>under churn — it amplifies, not isolates.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 structurally: recovery is 84–96%</a:t>
            </a:r>
            <a:br/>
            <a:r>
              <a:t>app-startup (placement-invariant); the score</a:t>
            </a:r>
            <a:br/>
            <a:r>
              <a:t>is non-reproducible. No stable relationship.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M4 — score is the wrong instrument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resilience score is not reproducible: the same strategy spans 33–89 across 13 runs. It cannot rank placements — the binary-probe scoring discards the signal.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M1/M2 — metrics reproduce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Where the score is noise, the kernel/network metrics are stable: conntrack flush (spread ≫ colocate, 12/12 runs) and CPU throttling (colocate &lt; default, 11/13). These carry the placement signal the score 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M3 — 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tears down cross-node conntrack state (measured directly). Cross-node hops exposed to the kill cycle become failure surfaces; co-located, same-node paths stay kernel-local and are spared.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Aggregate resilience score is NOT</a:t>
            </a:r>
            <a:br/>
            <a:r>
              <a:t>  reproducible (strategy spans 33–89/13 runs)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But the mechanism layer IS: conntrack flush</a:t>
            </a:r>
            <a:br/>
            <a:r>
              <a:t>  (spread≫colocate, 12/12) + throttling (11/13)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 not</a:t>
            </a:r>
            <a:br/>
            <a:r>
              <a:t>  contention — co-location keeps paths local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 is 84–96% app-startup — placement-</a:t>
            </a:r>
            <a:br/>
            <a:r>
              <a:t>  invariant, so it can't predict the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Refuted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