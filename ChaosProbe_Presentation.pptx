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77724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How do multi-dimensional metrics decompose chaos response across pod-placement strategies in Kubernetes?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Mechanism (reproducible)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Tail &amp; recovery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2651760"/>
            <a:ext cx="1874519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Fault class gates placement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Contention (cpu-hog) yields identical resilience across all strategies (100, σ0); churn (pod-delete) differentiates them. Whether placement matters is conditional on fault class.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7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0279" y="2651760"/>
            <a:ext cx="1874519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Aggregate score is too coarse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The same strategy's resilience score ranges 33-89 across 13 runs (non-reproducible), while throttling and conntrack orderings stay stable. Mechanism metrics carry the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1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051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Churn flushes cross-node conn-state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Spread flushes 28-52% of conntrack entries during churn; colocate stays flat (−15% to +3%). Reproducible in all 12 runs measured. Spreading maximises the flows churn disrupts.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8075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Throttling inverts contention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Densest packing (colocate, median 1.54) throttles less than default (1.90) and spread (1.94) under churn — holds in 11/13 runs. Inverts Bubble-Up's dense=more-contention prediction.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99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099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Fault signal is in the tail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Targeted route during chaos: mean 231 ms but p95 619 / max 3334 ms; unaffected routes stay flat at 70-110 ms. Mean-based SLOs miss the fault (Dean &amp; Barroso, CACM 2013).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3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39" y="2651760"/>
            <a:ext cx="1874519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Recovery is application-bound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scheduled→ready is 84-96% of recovery time; placement only touches the 4-16% deletion→scheduled term. Placement has little leverage over how fast a pod recovers.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Each hypothesis is testable from ChaosProbe-collected metrics; the data column reports current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Liu et al. (arXiv 2507.16109, 2025)</a:t>
            </a:r>
            <a:br/>
            <a:r>
              <a:t>  Cloud-edge placement under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Mutiny! K8s churn injection</a:t>
            </a:r>
            <a:br/>
            <a:r>
              <a:t>  (DSN 2024) — closest peer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podAffinity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topologySpreadConstraints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(Vagrant / libvirt)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12 GiB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28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Multi-Fault Placement Matrix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Contention (pod-cpu-hog)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(CHAOS_INTERVAL=15s)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(1 core, 100% load)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 httpProbes + 5 cmdProbes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Same probe set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churn-class story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if literature returns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Vagrant</a:t>
            </a:r>
            <a:br/>
            <a:r>
              <a:t>(libvirt/KVM)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VM provisioning.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Resilience Scores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ilienc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The score does NOT reproduce across</a:t>
            </a:r>
            <a:br/>
            <a:r>
              <a:t>  the 13 collected runs: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    colocate 49.7–83  (mean 69.5)</a:t>
            </a:r>
            <a:br/>
            <a:r>
              <a:t>    spread   33–88.7  (mean 70.5)</a:t>
            </a:r>
            <a:br/>
            <a:r>
              <a:t>    default  33–83    (mean 58.9)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Within-strategy stddev (11–17) dwarfs</a:t>
            </a:r>
            <a:br/>
            <a:r>
              <a:t>  the colocate-vs-spread gap (~1 point)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 the aggregate score cannot rank</a:t>
            </a:r>
            <a:br/>
            <a:r>
              <a:t>  placements — the signal is elsewhere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What the aggregate score can adjudicate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L1 (colocate = worst): N/A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L2 (spread = best): N/A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L3 (recovery → score): N/A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score is not reproducible run-to-run, so it cannot adjudicate L1–L3. They are resolved instead at the mechanism layer (next slides), where the signal IS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is application-bound (H6)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Recovery = deletion→scheduled + scheduled→ready;</a:t>
            </a:r>
            <a:br/>
            <a:r>
              <a:t>  the app-startup term is 84–96% of the total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Placement only touches the 4–16% scheduling term,</a:t>
            </a:r>
            <a:br/>
            <a:r>
              <a:t>  so it has little leverage over recovery speed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Recovery-time rank is noise run-to-run — it does</a:t>
            </a:r>
            <a:br/>
            <a:r>
              <a:t>  not track the placement story (refutes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The fault signal is in the tail (H5)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Targeted route during chaos: mean 231 ms but</a:t>
            </a:r>
            <a:br/>
            <a:r>
              <a:t>  p95 619 ms and max 3334 ms — tail is 14× the mean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Routes not depending on the target stay flat at</a:t>
            </a:r>
            <a:br/>
            <a:r>
              <a:t>  70–110 ms — impact is route-specific, not node-wide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Mean-based SLOs would miss the fault entirely</a:t>
            </a:r>
            <a:br/>
            <a:r>
              <a:t>  (Dean &amp; Barroso, Tail at Scale)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Resources &amp;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ource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Resource Utilization (CPU &amp; Memory)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Throttling inverts the model (H4)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Densest placement (colocate) throttles LEAST —</a:t>
            </a:r>
            <a:br/>
            <a:r>
              <a:t>  median 1.54 vs default 1.90, spread 1.94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Holds in 11 of 13 runs — reproducible, unlike score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Opposite of Bubble-Up's dense=more-contention; the</a:t>
            </a:r>
            <a:br/>
            <a:r>
              <a:t>  contention model does not fit a churn fault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Churn flushes conn-state (H3)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 flushes 28–52% of node conntrack entries</a:t>
            </a:r>
            <a:br/>
            <a:r>
              <a:t>  during churn; colocate stays flat (−15% to +3%)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Reproducible in all 12 runs measured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Spreading maximises the cross-node flows pod churn</a:t>
            </a:r>
            <a:br/>
            <a:r>
              <a:t>  tears down — the mechanism behind the score noise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egy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(colocate 49.7–83</a:t>
            </a:r>
            <a:br/>
            <a:r>
              <a:t>across runs). Mechanism: colocate throttles</a:t>
            </a:r>
            <a:br/>
            <a:r>
              <a:t>LEAST and flushes no conn-state — not worst.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(spread 33–88.7).</a:t>
            </a:r>
            <a:br/>
            <a:r>
              <a:t>Mechanism: spread flushes 28–52% of conntrack</a:t>
            </a:r>
            <a:br/>
            <a:r>
              <a:t>under churn — it amplifies, not isolates.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Recovery time predicts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 structurally: recovery is 84–96%</a:t>
            </a:r>
            <a:br/>
            <a:r>
              <a:t>app-startup (placement-invariant); the score</a:t>
            </a:r>
            <a:br/>
            <a:r>
              <a:t>is non-reproducible. No stable relationship.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Score is the wrong instrument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resilience score is not reproducible: the same strategy spans 33–89 across 13 runs. It cannot rank placements — the binary-probe scoring discards the signal.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Mechanism layer reproduces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Where the score is noise, the kernel/network metrics are stable: conntrack flush (spread ≫ colocate, 12/12 runs) and CPU throttling (colocate &lt; default, 11/13). These carry the placement signal the score loses.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Churn-driven, not contention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Pod-delete tears down cross-node conntrack state (measured directly). Cross-node hops exposed to the kill cycle become failure surfaces; co-located, same-node paths stay kernel-local and are spared.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Vagrant/libvirt (KVM/QEMU) introduces virtualization overhead. Bare-metal clusters may show different performance characteristics, especially for I/O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@ 12 GiB + 4 uniform 4-GiB workers, 10 vCPU, 28 GiB). Larger clusters may show different placement effects.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may reveal different strategy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 portability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PSI requires cgroup-v2, Felix requires Calico, etcd_debugging_* is K8s-version-fragile. metricAvailability surfaces which metrics were collected per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Aggregate resilience score is NOT</a:t>
            </a:r>
            <a:br/>
            <a:r>
              <a:t>  reproducible (strategy spans 33–89/13 runs)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But the mechanism layer IS: conntrack flush</a:t>
            </a:r>
            <a:br/>
            <a:r>
              <a:t>  (spread≫colocate, 12/12) + throttling (11/13)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Mechanism: pod-delete is churn-based, not</a:t>
            </a:r>
            <a:br/>
            <a:r>
              <a:t>  contention — co-location keeps paths local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Recovery is 84–96% app-startup — placement-</a:t>
            </a:r>
            <a:br/>
            <a:r>
              <a:t>  invariant, so it can't predict the outcome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services — does locality still win</a:t>
            </a:r>
            <a:br/>
            <a:r>
              <a:t>  when restart can happen on a peer pod?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(20+ nodes), production-like traffic</a:t>
            </a:r>
            <a:br/>
            <a:r>
              <a:t>  &amp; service-mesh instrumentation (Istio/Linkerd)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Memory- and network-fault classes beyond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placement guidance — choose strategy</a:t>
            </a:r>
            <a:br/>
            <a:r>
              <a:t>  by expected fault type, not by general 'best practice'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  <a:br/>
            <a:r>
              <a:t>  (the Neo4j store is already structured for it)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extensions to Borg / Medea schedulers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Placement-vs-resilience intuition from the literature is fault-class-specific. Under churn-based faults (pod-delete), co-location wins because it minimises cross-node disruption during the kill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Hypotheses</a:t>
            </a:r>
            <a:br/>
            <a:r>
              <a:t>Refuted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Unified</a:t>
            </a:r>
            <a:br/>
            <a:r>
              <a:t>Mechanism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