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77724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How do multi-dimensional metrics decompose chaos response across pod-placement strategies in Kubernetes?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Primary results —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Context &amp;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Spreading flushes conn-state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Primary metric. Under churn, spread/default flush 36-39% of node conntrack entries; colocate stays flat (−1.6%). 12/12 runs. The reproducible fault-response signal.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027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027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Co-location lowers CPU contention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Colocate throttles less than default/spread (during-chaos rate 1.54 vs 1.90, 1.94), with lower CPU usage/pressure. 11/13 runs. Contention does not scale with density under churn.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1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051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'Spread is safer' doesn't transfer to churn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Both reproducible metrics favour co-location under churn. The literature's spread-isolation prescription is inapplicable at the mechanism layer — and does NOT reach the user (decoupling).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080759" y="2651760"/>
            <a:ext cx="1874519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Score decoupled from metrics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Where conntrack &amp; CPU reproduce (≥11/13), the resilience score does NOT (33-89 across runs). The binary-probe score is a lossy instrument; the metrics are the reliable outcome.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99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00999" y="2651760"/>
            <a:ext cx="1874519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Mechanism signal is churn-specific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cpu-hog (n=2) does not reproduce: one run scored ~100 across strategies, one saw many iterations fail (33-67, σ≈58). The score is noisy under both faults; the reproducible M1/M2 signal is churn-specific.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3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21239" y="2651760"/>
            <a:ext cx="1874519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Recovery split is unstable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The d2s/s2r split is run-dependent: app-startup dominates in some runs (84-96%), the scheduling term in others (up to ~78%). Recovery decomposition is not a stable placement signal.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Each hypothesis is testable from ChaosProbe-collected metrics; the data column reports current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Liu et al. (arXiv 2507.16109, 2025)</a:t>
            </a:r>
            <a:br/>
            <a:r>
              <a:t>  Cloud-edge placement under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Mutiny! K8s churn injection</a:t>
            </a:r>
            <a:br/>
            <a:r>
              <a:t>  (DSN 2024) — closest peer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nodeSelector (hostname)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per-node nodeSelector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8600" y="6355080"/>
            <a:ext cx="1175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Analytic weight: the reproducible findings (M1 conntrack flush, M2 CPU throttling) rest on the colocate vs. spread/default locality contrast. Random, adversarial, best-fit &amp; dependency-aware are a generality check — designed for the contention hypothesis, present in only half the run set, they widen the placements the noisy score still can't rank (M4) and await the cpu-hog contention matrix.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548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recommend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83280" y="2194560"/>
            <a:ext cx="19202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7548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ad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83280" y="2194560"/>
            <a:ext cx="1920240" cy="128016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(Vagrant / libvirt)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12 GiB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28 GiB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Multi-Fault Placement Matrix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Churn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Contention (pod-cpu-hog)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(CHAOS_INTERVAL=15s)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(1 core, 100% load)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 httpProbes + 5 cmdProbes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Same probe set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churn-class story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if literature returns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9" name="Rounded Rectangle 48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Vagrant</a:t>
            </a:r>
            <a:br/>
            <a:r>
              <a:t>(libvirt/KVM)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VM provisioning.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deletion→scheduled (d2s) + scheduled→ready (s2r) split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 + per-pod stddev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 (used-nodes only)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(app)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(churn)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kube-proxy SLO p99, CoreDNS p99, conntrack, TCP retrans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— SIG-Scalability 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= Σ(probeSuccess%)/N · also report p25, harmonic mean, 95% bootstrap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Bootstrap 95% CI on the mean + Holm-Bonferroni-adjusted pairwise Mann-Whitney 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time split: scheduler-stall (d2s) vs container start-up (s2r)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kube-proxy SLO + CoreDNS p99 + conntrack measured directly (SIG-Scalability)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Heterogeneity confound: score vs host-node RAM scatter (Threats-to-Validity)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Why the Score Is Demoted (M4)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6858000" cy="4114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[Resilience Score Distribution Across Runs]</a:t>
            </a:r>
            <a:br/>
            <a:br/>
            <a:r>
              <a:t>Box plot of resilience score (0–100%) per</a:t>
            </a:r>
            <a:br/>
            <a:r>
              <a:t>strategy across all churn runs — the boxes</a:t>
            </a:r>
            <a:br/>
            <a:r>
              <a:t>overlap, so the score cannot rank placements.</a:t>
            </a:r>
            <a:br/>
            <a:br/>
            <a:r>
              <a:t>Generated by: scripts/distribution_charts.py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Baseline: 100%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The score does NOT reproduce across the 13</a:t>
            </a:r>
            <a:br/>
            <a:r>
              <a:t>  churn runs (≥3 iters, post-fix, baseline=100):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    colocate 49.7–83  (mean 69.5)</a:t>
            </a:r>
            <a:br/>
            <a:r>
              <a:t>    spread   33–88.7  (mean 70.5)</a:t>
            </a:r>
            <a:br/>
            <a:r>
              <a:t>    default  33–83    (mean 58.9)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Within-strategy stddev (11–17) dwarfs</a:t>
            </a:r>
            <a:br/>
            <a:r>
              <a:t>  the colocate-vs-spread gap (~1 point)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So the aggregate score cannot rank</a:t>
            </a:r>
            <a:br/>
            <a:r>
              <a:t>  placements — the signal is elsewhere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M4 — the score is decoupled from the reproducible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L1 (colocate = worst): N/A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L2 (spread = best): N/A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L3 (recovery → score): N/A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score is not reproducible run-to-run, so it cannot adjudicate L1–L3. They are resolved instead at the mechanism layer (next slides), where the signal IS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covery_t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pic>
        <p:nvPicPr>
          <p:cNvPr id="6" name="Picture 5" descr="latency_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split is unstable (S2)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Recovery = deletion→scheduled + scheduled→ready;</a:t>
            </a:r>
            <a:br/>
            <a:r>
              <a:t>  their split is run-dependent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app-startup dominates in some runs (84–96%),</a:t>
            </a:r>
            <a:br/>
            <a:r>
              <a:t>  the scheduling term in others (up to ~78%)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Either way recovery rank is noise run-to-run — it</a:t>
            </a:r>
            <a:br/>
            <a:r>
              <a:t>  does not track the placement story (L3 inapplicable)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The fault signal is in the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Targeted route during chaos: mean 231 ms but</a:t>
            </a:r>
            <a:br/>
            <a:r>
              <a:t>  p95 619 ms and max 3334 ms — tail is 14× the mean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Routes not depending on the target stay flat at</a:t>
            </a:r>
            <a:br/>
            <a:r>
              <a:t>  70–110 ms — impact is route-specific, not node-wide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Mean-based SLOs would miss the fault entirely</a:t>
            </a:r>
            <a:br/>
            <a:r>
              <a:t>  (Dean &amp; Barroso, Tail at Scale)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Primary Metrics: Conntrack &amp; CPU (M1, M2)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566928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[Conntrack flush &amp; CPU throttle distributions]</a:t>
            </a:r>
            <a:br/>
            <a:br/>
            <a:r>
              <a:t>Box plots per strategy across churn runs:</a:t>
            </a:r>
            <a:br/>
            <a:r>
              <a:t>conntrack flush % (M1) and during-chaos</a:t>
            </a:r>
            <a:br/>
            <a:r>
              <a:t>throttle rate (M2) — tight, reproducible.</a:t>
            </a:r>
            <a:br/>
            <a:br/>
            <a:r>
              <a:t>Generated by: scripts/distribution_charts.py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Conntrack Churn &amp; CPU Throttling (M1, M2)</a:t>
            </a:r>
          </a:p>
        </p:txBody>
      </p:sp>
      <p:pic>
        <p:nvPicPr>
          <p:cNvPr id="6" name="Picture 5" descr="throughput_by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M2 — co-location lowers CPU contention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Densest placement (colocate) throttles less than</a:t>
            </a:r>
            <a:br/>
            <a:r>
              <a:t>  default/spread — during-chaos rate 1.54 vs 1.90, 1.94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 &lt; default in 11 of 13 runs — reproducible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Opposite of Bubble-Up's dense=more-contention; the</a:t>
            </a:r>
            <a:br/>
            <a:r>
              <a:t>  contention model does not fit a churn fault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M1 — spreading flushes conn-state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Spread/default flush 36–39% of node conntrack</a:t>
            </a:r>
            <a:br/>
            <a:r>
              <a:t>  entries during churn; colocate stays flat (−1.6%)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Reproducible in all 12 runs measured — the primary,</a:t>
            </a:r>
            <a:br/>
            <a:r>
              <a:t>  large-effect fault-response metric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Spreading maximises the cross-node flows pod churn</a:t>
            </a:r>
            <a:br/>
            <a:r>
              <a:t>  tears down — both metrics favour co-location (M3)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egy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(colocate 49.7–83</a:t>
            </a:r>
            <a:br/>
            <a:r>
              <a:t>across runs). Mechanism: colocate throttles</a:t>
            </a:r>
            <a:br/>
            <a:r>
              <a:t>LEAST and flushes no conn-state — not worst.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(spread 33–88.7).</a:t>
            </a:r>
            <a:br/>
            <a:r>
              <a:t>Mechanism: spread flushes 28–52% of conntrack</a:t>
            </a:r>
            <a:br/>
            <a:r>
              <a:t>under churn — it amplifies, not isolates.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Recovery time predicts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Inapplicable on its own terms: the d2s/s2r split</a:t>
            </a:r>
            <a:br/>
            <a:r>
              <a:t>is unstable run-to-run and the score is</a:t>
            </a:r>
            <a:br/>
            <a:r>
              <a:t>non-reproducible. No stable relationship.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Inapplic.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M4 — score is the wrong instrument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resilience score is not reproducible: the same strategy spans 33–89 across 13 runs. It cannot rank placements — the binary-probe scoring discards the signal.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M1/M2 — metrics reproduce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Where the score is noise, the kernel/network metrics are stable: conntrack flush (spread ≫ colocate, 12/12 runs) and CPU throttling (colocate &lt; default, 11/13). These carry the placement signal the score loses.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M3 — churn-driven, not contention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Pod-delete tears down cross-node conntrack state (measured directly). Cross-node hops exposed to the kill cycle become failure surfaces; co-located, same-node paths stay kernel-local and are spared.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Vagrant/libvirt (KVM/QEMU) introduces virtualization overhead. Bare-metal clusters may show different performance characteristics, especially for I/O metrics.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Uneven strategy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Reproducible findings rest on 3 configs (colocate, spread, default). The 4 contention strategies (random, adversarial, best-fit, dependency-aware) appear in half the runs and no reproducible finding — a generality check, not validated signals, pending more cpu-hog runs.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@ 12 GiB + 4 uniform 4-GiB workers, 10 vCPU, 28 GiB). Larger clusters may show different placement effects.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may reveal different strategy rankings.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 portability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PSI requires cgroup-v2, Felix requires Calico, etcd_debugging_* is K8s-version-fragile. metricAvailability surfaces which metrics were collected per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Aggregate resilience score is NOT</a:t>
            </a:r>
            <a:br/>
            <a:r>
              <a:t>  reproducible (strategy spans 33–89/13 runs)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But the mechanism layer IS: conntrack flush</a:t>
            </a:r>
            <a:br/>
            <a:r>
              <a:t>  (spread≫colocate, 12/12) + throttling (11/13)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Mechanism: pod-delete is churn-based, not</a:t>
            </a:r>
            <a:br/>
            <a:r>
              <a:t>  contention — co-location keeps paths local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Recovery's d2s/s2r split is unstable run-to-run,</a:t>
            </a:r>
            <a:br/>
            <a:r>
              <a:t>  so it can't predict the outcome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services — does locality still win</a:t>
            </a:r>
            <a:br/>
            <a:r>
              <a:t>  when restart can happen on a peer pod?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(20+ nodes), production-like traffic</a:t>
            </a:r>
            <a:br/>
            <a:r>
              <a:t>  &amp; service-mesh instrumentation (Istio/Linkerd)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Memory- and network-fault classes beyond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placement guidance — choose strategy</a:t>
            </a:r>
            <a:br/>
            <a:r>
              <a:t>  by expected fault type, not by general 'best practice'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  <a:br/>
            <a:r>
              <a:t>  (the Neo4j store is already structured for it)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extensions to Borg / Medea schedulers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Placement-vs-resilience intuition from the literature is fault-class-specific. Under churn-based faults (pod-delete), co-location wins because it minimises cross-node disruption during the kill cycle.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Inapplicable</a:t>
            </a:r>
            <a:br/>
            <a:r>
              <a:t>under churn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Unified</a:t>
            </a:r>
            <a:br/>
            <a:r>
              <a:t>Mechanism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