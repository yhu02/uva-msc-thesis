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does pod placement topology affect microservice resilience</a:t>
            </a:r>
            <a:br/>
            <a:r>
              <a:t>under fault injection in Kubernetes?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9144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29184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31012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Maximum contention degrades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39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Colocating all pods on a single node maximizes resource contention (CPU, memory, disk, network) and produces the worst resilience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914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48056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988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Spreading improves fault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28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Distributing pods evenly across nodes minimizes per-node contention and limits fault blast radius, yielding the best resilience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914400" cy="8229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66928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6875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F8C8D"/>
                </a:solidFill>
                <a:latin typeface="Calibri"/>
              </a:defRPr>
            </a:pPr>
            <a:r>
              <a:t>Baseline validates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016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A trivial fault (1% CPU, 1 second) with default scheduling should produce 100% resilience — any degradation indicates pre-existing instability.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090A0"/>
                </a:solidFill>
                <a:latin typeface="Calibri"/>
              </a:defRPr>
            </a:pPr>
            <a:r>
              <a:t>Measured Dimensions: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6355080"/>
            <a:ext cx="19202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6355080"/>
            <a:ext cx="19202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Inter-Service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6355080"/>
            <a:ext cx="192024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Resource Utilization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6355080"/>
            <a:ext cx="19202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I/O Throughput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Sparrow (Ousterhout et al., 2013)</a:t>
            </a:r>
            <a:br/>
            <a:r>
              <a:t>  Decentralized random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Gremlin — fault injection SaaS</a:t>
            </a:r>
            <a:br/>
            <a:r>
              <a:t>  Commercial chaos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12 microservices, polyglot (Go, C#, Python, Java, Node.js)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Fault Injection Experiments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pod-delete (availability)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pod-cpu-hog (contention)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currencyservice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(5s interval)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FORCE=true, 100% pods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core, 100%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 httpProbes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httpProbe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(Control Group)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Swaps pod-delete → pod-cpu-hog with DURATION=1s, CPU_LOAD=1%</a:t>
            </a:r>
            <a:br/>
            <a:r>
              <a:t>All probes execute identically — expected result: 100% score, 0 recovery cycles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(30s)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 deletion → scheduled → ready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~2s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(3s)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frontend-homepage-edge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Edge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15s, 5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score = Σ(probeSuccess%) / N    verdict = PASS iff all probes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5 probers extend ContinuousProberBase; RecoveryWatcher uses K8s Watch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Phase-aware: measurements tagged PreChaos / DuringChaos / PostChaos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Strict → Moderate → Edge: layered sensitivity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Control probes (healthz, cart): detect node-level contention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100% score as expected —</a:t>
            </a:r>
            <a:br/>
            <a:r>
              <a:t>  validates experimental methodology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consistently lowest scores —</a:t>
            </a:r>
            <a:br/>
            <a:r>
              <a:t>  maximum contention degrades all probes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highest scores among non-baseline</a:t>
            </a:r>
            <a:br/>
            <a:r>
              <a:t>  — fault isolation limits blast radius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Default: moderate — K8s scheduler provides</a:t>
            </a:r>
            <a:br/>
            <a:r>
              <a:t>  partial but unintentional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Random &amp; Adversarial: variable —</a:t>
            </a:r>
            <a:br/>
            <a:r>
              <a:t>  depends on resource-hotspot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H1 (colocate = worst):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H2 (spread = best isolation): 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H3 (baseline = 100%): Supported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280160"/>
            <a:ext cx="5943600" cy="3200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09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9090A0"/>
                </a:solidFill>
                <a:latin typeface="Calibri"/>
              </a:defRPr>
            </a:pPr>
            <a:r>
              <a:t>[Strategy Comparison Heatmap]</a:t>
            </a:r>
            <a:br/>
            <a:br/>
            <a:r>
              <a:t>All thesis dimensions normalised to 0-1.</a:t>
            </a:r>
            <a:br/>
            <a:r>
              <a:t>Green = better, Red = worse.</a:t>
            </a:r>
            <a:br/>
            <a:br/>
            <a:r>
              <a:t>Generated by: chaosprobe visualize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Colocate: lowest scores, longest recovery,</a:t>
            </a:r>
            <a:br/>
            <a:r>
              <a:t>highest latency &amp; CPU throttling.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Spread: best non-baseline scores, minimal</a:t>
            </a:r>
            <a:br/>
            <a:r>
              <a:t>latency increase, fastest recovery.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Baseline = 100% (valid 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Trivial fault → 100% score, 0 recovery</a:t>
            </a:r>
            <a:br/>
            <a:r>
              <a:t>cycles — confirms measurement validity.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Placement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Topology is not just a resource concern — it directly determines fault blast radius and recovery characteristics.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Scheduler Is Not Enough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Default K8s scheduling provides some isolation but is not optimized for resilience — intentional placement is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Multi-Dimensional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 affects all measured dimensions: recovery, latency, resources, and throughput — not just a single metric.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workers, 10 vCPU, 14 GiB). Larger clusters with more nodes and resources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faults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Placement topology has a measurable and</a:t>
            </a:r>
            <a:br/>
            <a:r>
              <a:t>  significant impact on chaos resilience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Colocate: consistently worst — highest latency,</a:t>
            </a:r>
            <a:br/>
            <a:r>
              <a:t>  longest recovery, most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Spread: consistently best fault isolation —</a:t>
            </a:r>
            <a:br/>
            <a:r>
              <a:t>  minimal degradation across all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hypotheses supported by</a:t>
            </a:r>
            <a:br/>
            <a:r>
              <a:t>  experimental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Multi-fault injection — concurrent faults</a:t>
            </a:r>
            <a:br/>
            <a:r>
              <a:t>  for complex failure scenarios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scale — 20+ nodes, 100+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Custom placement policies — RL-based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Production-like traffic patterns &amp; workloads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Integration with GitOps for automated remediation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Pod placement topology has a measurable and significant impact on microservice resilience under chaos injection. Topology-aware scheduling is essential for building resilient cloud-native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