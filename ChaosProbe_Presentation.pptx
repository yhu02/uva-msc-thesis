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118872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How does pod placement topology affect microservice resilience</a:t>
            </a:r>
            <a:br/>
            <a:r>
              <a:t>under fault injection in Kubernetes?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Hypotheses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914400" cy="8229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5920" y="329184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31012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Calibri"/>
              </a:defRPr>
            </a:pPr>
            <a:r>
              <a:t>Maximum contention degrades resilience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6393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Colocating all pods on a single node maximizes resource contention (CPU, memory, disk, network) and produces the worst resilience scores.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914400" cy="8229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448056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449884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  <a:latin typeface="Calibri"/>
              </a:defRPr>
            </a:pPr>
            <a:r>
              <a:t>Spreading improves fault isolation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82803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Distributing pods evenly across nodes minimizes per-node contention and limits fault blast radius, yielding the best resilience scores.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91440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566928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568756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  <a:latin typeface="Calibri"/>
              </a:defRPr>
            </a:pPr>
            <a:r>
              <a:t>Recovery time predicts resilience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601675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Faster pod recovery yields higher resilience scores — shorter unavailability windows mean fewer probe checks fall inside the fault window (Dean–Barroso 2013).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090A0"/>
                </a:solidFill>
                <a:latin typeface="Calibri"/>
              </a:defRPr>
            </a:pPr>
            <a:r>
              <a:t>Measured Dimensions: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6355080"/>
            <a:ext cx="19202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Recovery 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6355080"/>
            <a:ext cx="192024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Inter-Service Latency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6355080"/>
            <a:ext cx="192024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Resource Utilization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59" y="6355080"/>
            <a:ext cx="19202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I/O Throughput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Sparrow (Ousterhout et al., 2013)</a:t>
            </a:r>
            <a:br/>
            <a:r>
              <a:t>  Decentralized random 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Gremlin — fault injection SaaS</a:t>
            </a:r>
            <a:br/>
            <a:r>
              <a:t>  Commercial chaos platform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podAffinity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topologySpreadConstraints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(Proxmox / KVM)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14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Multi-Fault Placement Matrix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Contention (pod-cpu-hog)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(CHAOS_INTERVAL=15s)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(1 core, 100% load)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Same probe set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churn-class story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if literature returns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Proxmox</a:t>
            </a:r>
            <a:br/>
            <a:r>
              <a:t>(KVM/QEMU)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Virtualization host.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Resilience Scores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ilienc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100.0%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CONTAINMENT cluster (83.0, stddev 0):</a:t>
            </a:r>
            <a:br/>
            <a:r>
              <a:t>  colocate, random, dep-aware, adversarial.</a:t>
            </a:r>
            <a:br/>
            <a:r>
              <a:t>  Only the 2 strict probes (directly</a:t>
            </a:r>
            <a:br/>
            <a:r>
              <a:t>  targeted) fail; everything else passes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PARTIAL LEAKAGE (66.3, stddev 29):</a:t>
            </a:r>
            <a:br/>
            <a:r>
              <a:t>  spread, best-fit — moderate/loose/cmd</a:t>
            </a:r>
            <a:br/>
            <a:r>
              <a:t>  probes fail in ~1/3 of iterations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FULL LEAKAGE (49.7, stddev 29):</a:t>
            </a:r>
            <a:br/>
            <a:r>
              <a:t>  default — collateral damage routine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Bifurcation, not monotonic density;</a:t>
            </a:r>
            <a:br/>
            <a:r>
              <a:t>  contradicts both H1 and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Hypothesis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H1 (colocate = worst): REFUTED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H2 (spread = best): REFUTED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H3 (recovery → score): REFUTED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Random has the fastest recovery (1120ms) and is tied for the best score; spread has the slowest recovery (1617ms) and sits in the leakage cluster.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Time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longest recovery — scheduler contention</a:t>
            </a:r>
            <a:br/>
            <a:r>
              <a:t>  on the saturated node delays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fastest recovery — dedicated node resources</a:t>
            </a:r>
            <a:br/>
            <a:r>
              <a:t>  allow immediate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Baseline: 0 recovery cycles (no pods deleted) —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Latency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degradation — shared CPU, memory,</a:t>
            </a:r>
            <a:br/>
            <a:r>
              <a:t>  and network stack amplify latency during fault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minimal increase — fault isolation contains</a:t>
            </a:r>
            <a:br/>
            <a:r>
              <a:t>  impact to the targeted service's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Adversarial: high — resource-heavy hotspot node</a:t>
            </a:r>
            <a:br/>
            <a:r>
              <a:t>  amplifies cross-service contention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Resources &amp;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ource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Resource Utilization (CPU &amp; Memory)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Resource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CPU throttling — all services</a:t>
            </a:r>
            <a:br/>
            <a:r>
              <a:t>  compete for shared cores on a single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most stable resource usage — dedicated</a:t>
            </a:r>
            <a:br/>
            <a:r>
              <a:t>  per-node capacity minimizes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 pressure correlates with placement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Throughput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Disk I/O: colocate shows degraded throughput due</a:t>
            </a:r>
            <a:br/>
            <a:r>
              <a:t>  to shared disk bandwidth across all services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Redis: throughput varies with network locality —</a:t>
            </a:r>
            <a:br/>
            <a:r>
              <a:t>  co-located cart+redis may benefit from low latency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consistent throughput — isolated I/O paths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Refuted: colocate tied for top non-baseline</a:t>
            </a:r>
            <a:br/>
            <a:r>
              <a:t>score (83.0, stddev 0) with random, adversarial,</a:t>
            </a:r>
            <a:br/>
            <a:r>
              <a:t>dep-aware — the containment cluster.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Refuted: spread sits in the leakage cluster</a:t>
            </a:r>
            <a:br/>
            <a:r>
              <a:t>(66.3, stddev 29), not the containment cluster.</a:t>
            </a:r>
            <a:br/>
            <a:r>
              <a:t>Default (49.7) is worst, not colocate.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Recovery time predicts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Refuted: random has fastest recovery (1120ms)</a:t>
            </a:r>
            <a:br/>
            <a:r>
              <a:t>+ top score; spread slowest (1617ms) + leakage.</a:t>
            </a:r>
            <a:br/>
            <a:r>
              <a:t>Recovery and score uncorrelated.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Bimodal, not monotonic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Strategies cluster into containment (83) and leakage (50–66) — not a density gradient. The literature's monotonic spread-better/colocate-worse model does not fit the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Containment is the predictor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What separates the two clusters is whether the chaos target's network path stays inside the placement domain. When it does, only the directly-targeted probes fail. When it doesn't, collateral damage leaks.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Churn-driven, not contention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Pod-delete creates kube-proxy / conntrack / CoreDNS reconvergence — the K8s SLO directly tracks this. Cross-node hops exposed to the kill cycle become failure surfaces; same-domain paths do not.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KVM/QEMU introduces virtualization overhead. Bare-metal clusters may show different performance characteristics, especially for I/O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+ 4 workers, 10 vCPU, 14 GiB). Larger clusters with more nodes and resources may show different placement effects.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faults may reveal different strategy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All three literature-derived hypotheses</a:t>
            </a:r>
            <a:br/>
            <a:r>
              <a:t>  REFUTED — colocate 83 &gt; spread 52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Mechanism: pod-delete is churn-based,</a:t>
            </a:r>
            <a:br/>
            <a:r>
              <a:t>  not contention-based — locality wins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Recovery time does not predict score —</a:t>
            </a:r>
            <a:br/>
            <a:r>
              <a:t>  what matters is in-flight cross-node hops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Methodology control held: baseline = 100,</a:t>
            </a:r>
            <a:br/>
            <a:r>
              <a:t>  stddev 0 — refutations are real, not noise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services — does locality still win</a:t>
            </a:r>
            <a:br/>
            <a:r>
              <a:t>  when restart can happen on a peer pod?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(20+ nodes), production-like traffic</a:t>
            </a:r>
            <a:br/>
            <a:r>
              <a:t>  &amp; service-mesh instrumentation (Istio/Linkerd)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Memory- and network-fault classes beyond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placement guidance — choose strategy</a:t>
            </a:r>
            <a:br/>
            <a:r>
              <a:t>  by expected fault type, not by general 'best practice'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  <a:br/>
            <a:r>
              <a:t>  (the Neo4j store is already structured for it)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extensions to Borg / Medea schedulers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Placement-vs-resilience intuition from the literature is fault-class-specific. Under churn-based faults (pod-delete), co-location wins because it minimises cross-node disruption during the kill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Refuted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Unified</a:t>
            </a:r>
            <a:br/>
            <a:r>
              <a:t>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