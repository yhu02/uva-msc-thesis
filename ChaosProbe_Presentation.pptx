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the response at three layers — aggregate score, kernel/network mechanism, and user-visible outcome — to establish at which layer placement effects appear under each fault class.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Under which fault classes does pod placement measurably affect mechanism-level behaviour and user-visible outcomes — and when do aggregate resilience scores obscure those effects?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Churn (pod-delete)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Load contention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Node failure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The score cannot rank placements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ICC_strategy = 0.033 (CI 0.014-0.178): only 3.3% of score variance is between-strategy (7 sessions, 147 iterations). Focal colocate 64.0 vs spread 74.3 (d = 0.46) needs 73 iters/strategy for 80% power; MDE at n=3 is ~51 points.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Placement moves a reconvergence signature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Churn flushes conntrack state: spread 38.5% vs colocate 2.7% median; spread &gt; colocate in 7/7 sessions (sign p = .016, Wilcoxon p = .023). CPU throttling corroborates (colocate lowest, 6/7).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The mechanism is decoupled from the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Flush vs dependent-route p95: ρ = 0.07 (n.s., TOST-decoupled) while the control route shows ρ = 0.29* — a run-level-confound signature, not dependency-specific user impact.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Under load, mechanism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East-west effect replicates: colocate ~1.3-1.4x lower inter-service p95 than spread (two i=4 batches). The user-layer effect did not survive replication — no user-visible placement claim under load.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A graph metric separates the placement regimes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Cross-node call fraction (dependency graph + placement, pre-chaos): the node-local pair (colocate, best-fit; fraction ≈ 0) takes the two lowest east-west tails of 8 in BOTH load batches (joint null ≈ 0.0013), ~1.25× below the spreading cluster. Continuous ρ = 0.79 (batch 1) did not replicate (0.25 n.s.) — a separator, not a smooth law.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Latency vs availability trade-off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Node drain: colocate loses 11/11 services (100% blast) vs spread 2/11 (18%). 6-strategy gradient: observed blast = placement-predicted blast (11, 4, 3, 3, 2, 2; ρ = 1.0, n = 6). Recovery is NOT monotone in blast — ~4× (10.3 s vs 2.6 s) only at the colocate-vs-spread extremes.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falsifiable from ChaosProbe-collected data. The literature predictions L1-L3 are kept as context: inapplicable in this regime, not refuted.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8 placements × 3 fault classes,</a:t>
            </a:r>
            <a:br/>
            <a:r>
              <a:t>  layered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 Predictions L1–L3 — tested as context)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nodeSelector (hostname)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per-node nodeSelector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" y="6355080"/>
            <a:ext cx="1175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Analytic weight: the churn findings (H2 conntrack reconvergence, H3 decoupling) rest on the colocate vs. spread locality contrast. All 8 placements enter the load matrix — H5's cross-node fraction is computed per strategy (n = 8, two independent batches) — and H6 spans the full 6-strategy gradient under node drain (observed blast = predicted for every strategy), with the recovery contrast scoped to the extremes.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2194560"/>
            <a:ext cx="19202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548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0" y="2194560"/>
            <a:ext cx="1920240" cy="12801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Three Fault Classes × Placement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Load (Locust spike)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Node failure (drain)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Stressor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Kill target every 15s, 120s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200-user sustained spike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Drain the target's node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whole app under load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node hosting the 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Layer read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Score + mechanism + user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East-west + user routes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Blast radius + recovery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Hypotheses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H1–H3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H4–H5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9" name="Rounded Rectangle 48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H1: The Score Cannot Rank Placements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ICC_strategy = 0.033, 95% CI [0.014, 0.178]:</a:t>
            </a:r>
            <a:br/>
            <a:r>
              <a:t>  only 3.3% of score variance is</a:t>
            </a:r>
            <a:br/>
            <a:r>
              <a:t>  between-strategy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Evidence base: 7 independent sessions,</a:t>
            </a:r>
            <a:br/>
            <a:r>
              <a:t>  147 churn iterations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Focal contrast colocate 64.0 vs spread 74.3</a:t>
            </a:r>
            <a:br/>
            <a:r>
              <a:t>  (d = 0.46) → 73 iterations/strategy</a:t>
            </a:r>
            <a:br/>
            <a:r>
              <a:t>  needed for 80% power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At the n = 3 actually run, the minimum</a:t>
            </a:r>
            <a:br/>
            <a:r>
              <a:t>  detectable effect is ≈ 51 score points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H1 — the aggregate score cannot rank placement strategies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score's between-strategy variance is too small a fraction to adjudicate L1–L3 — they are inapplicable in this regime, not refuted. The signal lives at the mechanism layer (next slides).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H2: A Kernel Reconvergence Signature Moves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chanism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  <a:latin typeface="Calibri"/>
              </a:defRPr>
            </a:pPr>
            <a:r>
              <a:t>Conntrack Flush (per session)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Median flush during the kill cycle:</a:t>
            </a:r>
            <a:br/>
            <a:r>
              <a:t>  spread 38.5% vs colocate 2.7%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spread &gt; colocate in 7 / 7 sessions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Sign test p = 0.0156;</a:t>
            </a:r>
            <a:br/>
            <a:r>
              <a:t>  Wilcoxon signed-rank p = 0.0225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Protocol probe: TCP dominates the table</a:t>
            </a:r>
            <a:br/>
            <a:r>
              <a:t>  and DROPS at the kill cycles under BOTH</a:t>
            </a:r>
            <a:br/>
            <a:r>
              <a:t>  placements (−28% / −21%) — kernel-side</a:t>
            </a:r>
            <a:br/>
            <a:r>
              <a:t>  teardown; kube-proxy never flushes TCP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placement-dependent component is</a:t>
            </a:r>
            <a:br/>
            <a:r>
              <a:t>  the UDP/DNS pool: ~4× larger under</a:t>
            </a:r>
            <a:br/>
            <a:r>
              <a:t>  spread (chaos-window medians 910 vs 224)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Corroborating only: CPU throttling —</a:t>
            </a:r>
            <a:br/>
            <a:r>
              <a:t>  colocate lowest in 6 / 7 sessions</a:t>
            </a:r>
            <a:br/>
            <a:r>
              <a:t>  (weaker; lead with conntrack)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H2 — attribution protocol-scoped by a dedicated conntrack-composition probe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Both paths are visible: kernel TCP teardown (kube-proxy never flushes TCP) and kube-proxy's documented UDP-only cleanup, with more to clean under spread. The campaign's flush percentages (38.5% vs 2.7%, 7/7 sessions) remain statistically primary and are not apportioned between the two paths (probe: i = 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H3: The Mechanism Does Not Reach the User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tency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Decoupling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Conntrack flush → dependent-route p95:</a:t>
            </a:r>
            <a:br/>
            <a:r>
              <a:t>  ρ = 0.07 (n.s.) — and TOST declares it</a:t>
            </a:r>
            <a:br/>
            <a:r>
              <a:t>  statistically equivalent to zero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Control route (does NOT depend on the</a:t>
            </a:r>
            <a:br/>
            <a:r>
              <a:t>  target): ρ = 0.29* — the correlation is</a:t>
            </a:r>
            <a:br/>
            <a:r>
              <a:t>  stronger where it shouldn't exist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That pattern is the signature of a</a:t>
            </a:r>
            <a:br/>
            <a:r>
              <a:t>  run-level confound, not causation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No dependency-specific propagation of</a:t>
            </a:r>
            <a:br/>
            <a:r>
              <a:t>  the mechanism to the user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669280"/>
            <a:ext cx="566928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The layered churn story (H1–H3)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score is blind (H1); the kernel layer moves with placement (H2); the user layer does not follow (H3). Three layers, three different answers.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669280"/>
            <a:ext cx="566928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669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Operator reading (bounded)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9893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For churn faults on single-replica services in this setup, pod placement is not a user-visible resilience lever — the killed pod is simply gone.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H4 &amp; H5: Load Contention and a Graph Predictor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H4 — the mechanism replicates; the user layer does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200-user Locust spike: the app is genuinely</a:t>
            </a:r>
            <a:br/>
            <a:r>
              <a:t>  resource-bound (hog faults never get there)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East-west inter-service p95: colocate ~1.3–1.4×</a:t>
            </a:r>
            <a:br/>
            <a:r>
              <a:t>  lower than spread, in both i = 4 batches</a:t>
            </a:r>
            <a:br/>
            <a:r>
              <a:t>  (median ratio 1.39× and 1.36×)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Co-location keeps inter-service calls node-local;</a:t>
            </a:r>
            <a:br/>
            <a:r>
              <a:t>  spread routes every call across the network —</a:t>
            </a:r>
            <a:br/>
            <a:r>
              <a:t>  the bottleneck under load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User-facing routes: a ~2× reading in batch A</a:t>
            </a:r>
            <a:br/>
            <a:r>
              <a:t>  collapsed to ~1.1× in the clean batch, with no</a:t>
            </a:r>
            <a:br/>
            <a:r>
              <a:t>  dependency specificity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So: no user-visible placement effect is claimed</a:t>
            </a:r>
            <a:br/>
            <a:r>
              <a:t>  under load — the mechanism effect is the finding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H5 — cross-node fraction separates node-local from spreading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691640"/>
          <a:ext cx="51206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4128"/>
                <a:gridCol w="1024128"/>
                <a:gridCol w="1024128"/>
                <a:gridCol w="1024128"/>
                <a:gridCol w="102412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frac (B1)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EW p95 (B1)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frac (B2)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EW p95 (B2)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colocate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33.9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best-fit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0.13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35.3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35.7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dependency-aware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43.8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spread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44.2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41.7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adversarial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42.0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45.5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41.6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43.9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42.8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420624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Node-local pair = the 2 lowest tails of 8 in BOTH</a:t>
            </a:r>
            <a:br/>
            <a:r>
              <a:t>  batches (joint null ≈ 0.0013) — ~1.25× below the rest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Continuous ρ = 0.79 (batch 1) → 0.25 n.s. (batch 2):</a:t>
            </a:r>
            <a:br/>
            <a:r>
              <a:t>  a replicated two-regime separator, not a smooth law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Framing: a replicated two-regime separator — not a validated smooth predictor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Locality-as-objective already belongs to the literature (NetMARKS, graph-partitioning schedulers); the contribution is validating the graph-derived fraction (Neo4j graph + podPlacements, pre-chaos) against measured during-load tails in two independent batches. The continuous law is not claimed: batch 1's ρ = 0.79 was carried by best-fit's intermediate 0.13 point and collapsed to ρ = 0.25 (n.s.) when best-fit packed fully in batch 2. Note dependency-aware's partition did not co-locate as intended (0.73, spread-like, both batches).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H6: The Latency/Availability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9436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Node drain on the target's node (third fault class)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5577840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460"/>
                <a:gridCol w="1394460"/>
                <a:gridCol w="1394460"/>
                <a:gridCol w="1394460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On drained node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Blast (observed)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Recovery (mean)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colocate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11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11 — whole app offline (100%)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10.8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4.6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dependency-aware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33.3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best-fit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9.7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spread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 (18%)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2.6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adversarial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33.1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840480"/>
            <a:ext cx="5577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Observed blast = placement-predicted blast for ALL 6</a:t>
            </a:r>
            <a:br/>
            <a:r>
              <a:t>  placing strategies — Spearman ρ = 1.0 (n = 6); read from</a:t>
            </a:r>
            <a:br/>
            <a:r>
              <a:t>  EndpointSlice troughs, not the score (probes Unknown; H1)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is NOT monotone in blast (4.6 s and 33.3 s both</a:t>
            </a:r>
            <a:br/>
            <a:r>
              <a:t>  at intermediate blast) — the ~4× contrast (10.3 s vs 2.6 s)</a:t>
            </a:r>
            <a:br/>
            <a:r>
              <a:t>  is claimed only at the colocate-vs-spread extremes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280160"/>
            <a:ext cx="50292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3258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One placement property, two opposing consequences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9164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colocate: best east-west tail (H5: ~33–34 ms</a:t>
            </a:r>
            <a:br/>
            <a:r>
              <a:t>  in both batches) AND worst node-failure</a:t>
            </a:r>
            <a:br/>
            <a:r>
              <a:t>  blast (100% outage) — spread is the mirror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H5 is the latency face, H6 the availability</a:t>
            </a:r>
            <a:br/>
            <a:r>
              <a:t>  face of the same co-location metric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Where placement DOES bite users in this</a:t>
            </a:r>
            <a:br/>
            <a:r>
              <a:t>  study is availability under node failure —</a:t>
            </a:r>
            <a:br/>
            <a:r>
              <a:t>  and it is predictable from the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Quantification of a known qualitative</a:t>
            </a:r>
            <a:br/>
            <a:r>
              <a:t>  trade-off (cell-based architectures), not</a:t>
            </a:r>
            <a:br/>
            <a:r>
              <a:t>  a discovery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Reproduced: two doctor-clean two-point</a:t>
            </a:r>
            <a:br/>
            <a:r>
              <a:t>  batches + a completed 6-strategy gradient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The same co-location that wins H5's latency loses H6's availability. Placement is not 'good' or 'bad' — it trades a measured east-west latency benefit against a measured node-failure blast radius, and both faces are computable from the dependency graph before any chaos.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Negative Findings — Why the Obvious Experiments Are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23774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Hog faults are absorbed, not felt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pod-cpu-hog: CFS-capped at the 200m container</a:t>
            </a:r>
            <a:br/>
            <a:r>
              <a:t>  limit — the hog throttles itself, not the app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node-cpu-hog: loads the node, but CPU requests</a:t>
            </a:r>
            <a:br/>
            <a:r>
              <a:t>  keep the light app pods responsive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Both scored 100 with the app fully up — the</a:t>
            </a:r>
            <a:br/>
            <a:r>
              <a:t>  'obvious' contention experiments measure nothing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Contention only bites when the app is genuinely</a:t>
            </a:r>
            <a:br/>
            <a:r>
              <a:t>  resource-bound — i.e. under load (H4)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23774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node-memory-hog evicts itself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On 4 GiB workers, the kubelet evicts the</a:t>
            </a:r>
            <a:br/>
            <a:r>
              <a:t>  LitmusChaos helper pod before any app pod</a:t>
            </a:r>
            <a:br/>
            <a:r>
              <a:t>  feels memory pressure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experiment kills its own instrument, not</a:t>
            </a:r>
            <a:br/>
            <a:r>
              <a:t>  the application (LitmusChaos issue #3397)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Negative findings like these bound the fault</a:t>
            </a:r>
            <a:br/>
            <a:r>
              <a:t>  taxonomy: they tell you which experiments</a:t>
            </a:r>
            <a:br/>
            <a:r>
              <a:t>  measure the app and which measure the harness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11247120" cy="26517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Literature predictions L1–L3 — inapplicable in this regime, not refuted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43400"/>
            <a:ext cx="50292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Colocate is the worst placement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score cannot adjudicate it (H1), and the churn</a:t>
            </a:r>
            <a:br/>
            <a:r>
              <a:t>mechanism points the other way: colocate flushes</a:t>
            </a:r>
            <a:br/>
            <a:r>
              <a:t>the least conntrack state and throttles least.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4343400"/>
            <a:ext cx="50292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Spread isolates faults best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89204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Under churn, spreading maximises the cross-node</a:t>
            </a:r>
            <a:br/>
            <a:r>
              <a:t>flows the kill cycle tears down (H2) — and under</a:t>
            </a:r>
            <a:br/>
            <a:r>
              <a:t>node drain spread does win availability (H6).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4343400"/>
            <a:ext cx="50292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Recovery time predicts resilience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489204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recovery decomposition (d2s/s2r) is unstable</a:t>
            </a:r>
            <a:br/>
            <a:r>
              <a:t>run-to-run and the score is too noisy to predict —</a:t>
            </a:r>
            <a:br/>
            <a:r>
              <a:t>no stable relationship on either side.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These predictions come from contention regimes the churn fault class never enters — they are inapplicable here, which is itself a fault-class-specific result, not a refutation of the literature.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Uneven contrast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The churn findings (H2, H3) rest on the colocate-vs-spread locality contrast; H5 covers all 8 placements across two independent batches; H6's extremes contrast is extended by a completed 6-strategy gradient (blast ρ = 1.0) — but recovery is validated only at the extremes.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classes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Three classes tested: churn (pod-delete), load contention (Locust spike), node failure (drain). Hog faults are absorbed by cgroup limits (negative finding); network partitions and disk faults remain untested and may behave differently.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 for churn; a 200-user spike for the load regime. Production-like traffic patterns may affect results differently.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evaluation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 fault-class × measurement-layer study:</a:t>
            </a:r>
            <a:br/>
            <a:r>
              <a:t>  churn, load contention, node failure across</a:t>
            </a:r>
            <a:br/>
            <a:r>
              <a:t>  score, mechanism, and user layers (H1–H6)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The Neo4j dependency graph made analytically</a:t>
            </a:r>
            <a:br/>
            <a:r>
              <a:t>  load-bearing: a replicated pre-chaos placement</a:t>
            </a:r>
            <a:br/>
            <a:r>
              <a:t>  separator (H5)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Statistical &amp; provenance discipline: ICC variance</a:t>
            </a:r>
            <a:br/>
            <a:r>
              <a:t>  partition, TOST, power analysis, doctor-gated runs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H1: the aggregate score cannot rank placements</a:t>
            </a:r>
            <a:br/>
            <a:r>
              <a:t>  (3.3% between-strategy variance)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H2 + H4: placement moves mechanism-layer</a:t>
            </a:r>
            <a:br/>
            <a:r>
              <a:t>  signals in both churn and load regimes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H3: those mechanisms do not reach the user</a:t>
            </a:r>
            <a:br/>
            <a:r>
              <a:t>  (TOST-decoupled; control-route confound)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H5 + H6: placement bites users at the availability</a:t>
            </a:r>
            <a:br/>
            <a:r>
              <a:t>  layer — and both faces of the trade-off are</a:t>
            </a:r>
            <a:br/>
            <a:r>
              <a:t>  predictable from the dependency graph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anti-affinity — the production question</a:t>
            </a:r>
            <a:br/>
            <a:r>
              <a:t>  this single-replica design structurally excludes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 dynamics across the H6 gradient — why</a:t>
            </a:r>
            <a:br/>
            <a:r>
              <a:t>  intermediate-blast placements recover</a:t>
            </a:r>
            <a:br/>
            <a:r>
              <a:t>  non-monotonically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clusters, other CNIs / kube-proxy modes,</a:t>
            </a:r>
            <a:br/>
            <a:r>
              <a:t>  production-like traffic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Apportion the H2 flush between kernel TCP teardown</a:t>
            </a:r>
            <a:br/>
            <a:r>
              <a:t>  and kube-proxy's UDP-only cleanup (steady-state,</a:t>
            </a:r>
            <a:br/>
            <a:r>
              <a:t>  multi-iteration probe)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More load batches — does any user-layer effect</a:t>
            </a:r>
            <a:br/>
            <a:r>
              <a:t>  survive replication?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Scheduler integration of the cross-node-fraction</a:t>
            </a:r>
            <a:br/>
            <a:r>
              <a:t>  predictor (H5)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 single score is blind to placement (H1). Placement acts at the mechanism layer (H2, H4) without reaching the user (H3); where it does reach users is availability under node failure — predictably (H5 + H6).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Fault</a:t>
            </a:r>
            <a:br/>
            <a:r>
              <a:t>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H1–H6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Tested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ρ =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Blast Radius</a:t>
            </a:r>
            <a:br/>
            <a:r>
              <a:t>Predicted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