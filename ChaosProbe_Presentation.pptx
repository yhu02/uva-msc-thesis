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18872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How does pod placement topology affect microservice resilience</a:t>
            </a:r>
            <a:br/>
            <a:r>
              <a:t>under fault injection in Kubernetes?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91440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329184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31012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Maximum contention degrades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6393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Colocating all pods on a single node maximizes resource contention (CPU, memory, disk, network) and produces the worst resilience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914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448056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49884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Calibri"/>
              </a:defRPr>
            </a:pPr>
            <a:r>
              <a:t>Spreading improves fault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2803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Distributing pods evenly across nodes minimizes per-node contention and limits fault blast radius, yielding the best resilience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914400" cy="82296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66928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68756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F8C8D"/>
                </a:solidFill>
                <a:latin typeface="Calibri"/>
              </a:defRPr>
            </a:pPr>
            <a:r>
              <a:t>Baseline validates methodology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0167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A trivial fault (1% CPU, 1 second) with default scheduling should produce 100% resilience — any degradation indicates pre-existing instability.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090A0"/>
                </a:solidFill>
                <a:latin typeface="Calibri"/>
              </a:defRPr>
            </a:pPr>
            <a:r>
              <a:t>Measured Dimensions: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6355080"/>
            <a:ext cx="19202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6355080"/>
            <a:ext cx="19202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Inter-Service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6355080"/>
            <a:ext cx="192024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Resource Utilization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59" y="6355080"/>
            <a:ext cx="19202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I/O Throughput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Sparrow (Ousterhout et al., 2013)</a:t>
            </a:r>
            <a:br/>
            <a:r>
              <a:t>  Decentralized random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Gremlin — fault injection SaaS</a:t>
            </a:r>
            <a:br/>
            <a:r>
              <a:t>  Commercial chaos platform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12 microservices, polyglot (Go, C#, Python, Java, Node.js)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(Proxmox / KVM)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14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Fault Injection Experiments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pod-delete (availability)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pod-cpu-hog (contention)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currencyservice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(5s interval)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60s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FORCE=true, 100% pods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 core, 100% load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6 httpProbes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 httpProbe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(Control Group)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Swaps pod-delete → pod-cpu-hog with DURATION=1s, CPU_LOAD=1%</a:t>
            </a:r>
            <a:br/>
            <a:r>
              <a:t>All probes execute identically — expected result: 100% score, 0 recovery cycles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Proxmox</a:t>
            </a:r>
            <a:br/>
            <a:r>
              <a:t>(KVM/QEMU)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Virtualization host.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(30s)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 deletion → scheduled → ready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~2s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~10s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21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(3s)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frontend-homepage-edge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Edge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15s, 5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2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score = Σ(probeSuccess%) / N    verdict = PASS iff all probes pass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5 probers extend ContinuousProberBase; RecoveryWatcher uses K8s Watch 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Phase-aware: measurements tagged PreChaos / DuringChaos / PostChaos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Strict → Moderate → Edge: layered sensitivity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Control probes (healthz, cart): detect node-level contention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100% score as expected —</a:t>
            </a:r>
            <a:br/>
            <a:r>
              <a:t>  validates experimental methodology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consistently lowest scores —</a:t>
            </a:r>
            <a:br/>
            <a:r>
              <a:t>  maximum contention degrades all probes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highest scores among non-baseline</a:t>
            </a:r>
            <a:br/>
            <a:r>
              <a:t>  — fault isolation limits blast radius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Default: moderate — K8s scheduler provides</a:t>
            </a:r>
            <a:br/>
            <a:r>
              <a:t>  partial but unintentional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Random &amp; Adversarial: variable —</a:t>
            </a:r>
            <a:br/>
            <a:r>
              <a:t>  depends on resource-hotspot placement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Hypothesis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H1 (colocate = worst): Supported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5989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H2 (spread = best isolation): Supported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H3 (baseline = 100%): Supported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Time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longest recovery — scheduler contention</a:t>
            </a:r>
            <a:br/>
            <a:r>
              <a:t>  on the saturated node delays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fastest recovery — dedicated node resources</a:t>
            </a:r>
            <a:br/>
            <a:r>
              <a:t>  allow immediate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0 recovery cycles (no pods deleted) —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Latency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degradation — shared CPU, memory,</a:t>
            </a:r>
            <a:br/>
            <a:r>
              <a:t>  and network stack amplify latency during fault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minimal increase — fault isolation contains</a:t>
            </a:r>
            <a:br/>
            <a:r>
              <a:t>  impact to the targeted service's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Adversarial: high — resource-heavy hotspot node</a:t>
            </a:r>
            <a:br/>
            <a:r>
              <a:t>  amplifies cross-service contention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CPU throttling — all services</a:t>
            </a:r>
            <a:br/>
            <a:r>
              <a:t>  compete for shared cores on a single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most stable resource usage — dedicated</a:t>
            </a:r>
            <a:br/>
            <a:r>
              <a:t>  per-node capacity minimizes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 pressure correlates with placement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Throughput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Disk I/O: colocate shows degraded throughput due</a:t>
            </a:r>
            <a:br/>
            <a:r>
              <a:t>  to shared disk bandwidth across all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Redis: throughput varies with network locality —</a:t>
            </a:r>
            <a:br/>
            <a:r>
              <a:t>  co-located cart+redis may benefit from low latency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consistent throughput — isolated I/O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Colocate: lowest scores, longest recovery,</a:t>
            </a:r>
            <a:br/>
            <a:r>
              <a:t>highest latency &amp; CPU throttling.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Spread: best non-baseline scores, minimal</a:t>
            </a:r>
            <a:br/>
            <a:r>
              <a:t>latency increase, fastest recovery.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7F8C8D"/>
                </a:solidFill>
                <a:latin typeface="Calibri"/>
              </a:defRPr>
            </a:pPr>
            <a:r>
              <a:t>Baseline = 100% (valid method)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Trivial fault → 100% score, 0 recovery</a:t>
            </a:r>
            <a:br/>
            <a:r>
              <a:t>cycles — confirms measurement validity.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Supported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Placement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Topology is not just a resource concern — it directly determines fault blast radius and recovery characteristics.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Scheduler Is Not Enough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Default K8s scheduling provides some isolation but is not optimized for resilience — intentional placement is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Multi-Dimensional Impact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 affects all measured dimensions: recovery, latency, resources, and throughput — not just a single metric.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KVM/QEMU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+ 4 workers, 10 vCPU, 14 GiB). Larger clusters with more nodes and resources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faults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Placement topology has a measurable and</a:t>
            </a:r>
            <a:br/>
            <a:r>
              <a:t>  significant impact on chaos resilience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Colocate: consistently worst — highest latency,</a:t>
            </a:r>
            <a:br/>
            <a:r>
              <a:t>  longest recovery, most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Spread: consistently best fault isolation —</a:t>
            </a:r>
            <a:br/>
            <a:r>
              <a:t>  minimal degradation across all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All three hypotheses supported by</a:t>
            </a:r>
            <a:br/>
            <a:r>
              <a:t>  experimental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Multi-fault injection — concurrent faults</a:t>
            </a:r>
            <a:br/>
            <a:r>
              <a:t>  for complex failure scenarios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scale — 20+ nodes, 100+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Custom placement policies — RL-based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Production-like traffic patterns &amp; workloads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Integration with GitOps for automated remediation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Pod placement topology has a measurable and significant impact on microservice resilience under chaos injection. Topology-aware scheduling is essential for building resilient cloud-native systems.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Fault</a:t>
            </a:r>
            <a:br/>
            <a:r>
              <a:t>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Supported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