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ChaosProbe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96D6"/>
                </a:solidFill>
                <a:latin typeface="Calibri"/>
              </a:defRPr>
            </a:pPr>
            <a:r>
              <a:t>Measuring the Impact of Chaos in Differing</a:t>
            </a:r>
            <a:br/>
            <a:r>
              <a:t>Placement Strategies within Cloud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840480"/>
            <a:ext cx="39319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BDBD"/>
                </a:solidFill>
                <a:latin typeface="Calibri"/>
              </a:defRPr>
            </a:pPr>
            <a:r>
              <a:t>MSc Thesis Defense — University of Amsterdam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Background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Microservice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Decomposed services with independent lifecycles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Communicate via network (HTTP / gRPC / Redis)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Deployed as containers orchestrated by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Independently scalable — but failures can cascade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The Placement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K8s scheduler optimizes for resource fit,</a:t>
            </a:r>
            <a:br/>
            <a:r>
              <a:t>  not for resilience or fault isolation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Pod placement determines which services share</a:t>
            </a:r>
            <a:br/>
            <a:r>
              <a:t>  node resources (CPU, memory, disk, network)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Co-located services suffer correlated failures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Discipline of experimenting on systems to build</a:t>
            </a:r>
            <a:br/>
            <a:r>
              <a:t>  confidence in resilience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Controlled fault injection reveals weaknesses</a:t>
            </a:r>
            <a:br/>
            <a:r>
              <a:t>  before they manifest in 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Research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Existing work studies placement OR resilience,</a:t>
            </a:r>
            <a:br/>
            <a:r>
              <a:t>  but rarely their interaction under fault injection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No systematic framework to quantify how</a:t>
            </a:r>
            <a:br/>
            <a:r>
              <a:t>  placement topology affects chaos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3716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DBDBD"/>
                </a:solidFill>
                <a:latin typeface="Calibri"/>
              </a:defRPr>
            </a:pPr>
            <a:r>
              <a:t>ChaosProbe: an automated framework that systematically varies pod placement strategies, injects faults via LitmusChaos, and measures the response at three layers — aggregate score, kernel/network mechanism, and user-visible outcome — to establish at which layer placement effects appear under each fault class.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126480"/>
            <a:ext cx="1828800" cy="3200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Deploy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6126480"/>
            <a:ext cx="182880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Place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6126480"/>
            <a:ext cx="182880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Inject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6126480"/>
            <a:ext cx="182880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Measure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6126480"/>
            <a:ext cx="182880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Compare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60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46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32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Research Question &amp;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1064240" cy="77724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Under which fault classes does pod placement measurably affect mechanism-level behaviour and user-visible outcomes — and when do aggregate resilience scores obscure those effects?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Churn (pod-delete)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Load contention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2124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Node failure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The score cannot rank placements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ICC_strategy = 0.033 (CI 0.014-0.178): only 3.3% of score variance is between-strategy (7 sessions, 147 iterations). Focal colocate 64.0 vs spread 74.3 (d = 0.46) needs 73 iters/strategy for 80% power; MDE at n=3 is ~51 points.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4027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40279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Placement moves a reconvergence signature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Churn flushes conntrack state: spread 38.5% vs colocate 2.7% median; spread &gt; colocate in 7/7 sessions (sign p = .016, Wilcoxon p = .023). CPU throttling corroborates (colocate lowest, 6/7).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1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60519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5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The mechanism is decoupled from the user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Flush vs dependent-route p95: ρ = 0.07 (n.s., TOST-decoupled) while the control route shows ρ = 0.29* — a run-level-confound signature, not dependency-specific user impact.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080759" y="2651760"/>
            <a:ext cx="1874519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Under load, mechanism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East-west effect replicates: colocate ~1.3-1.4x lower inter-service p95 than spread (two i=4 batches). The user-layer effect did not survive replication — no user-visible placement claim under load.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099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00999" y="2651760"/>
            <a:ext cx="1874519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3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A graph metric predicts the east-west tail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3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Cross-node call fraction (dependency graph + placement, pre-chaos) vs east-west p95: ρ = 0.79 (n = 8, p &lt; .05). Coarse — separates node-local from spreading placements — but makes the Neo4j graph analytically load-bearing.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3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21239" y="2651760"/>
            <a:ext cx="1874519" cy="3200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267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Latency vs availability trade-off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7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Node drain: colocate loses 11/11 services (100% blast, ~10.3 s recovery) vs spread 2/11 (18%, ~2.6 s); two doctor-clean batches. The co-location that wins H5's latency loses H6's availability.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Each hypothesis is falsifiable from ChaosProbe-collected data. The literature predictions L1-L3 are kept as context: inapplicable in this regime, not refuted.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Related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BC9C"/>
                </a:solidFill>
                <a:latin typeface="Calibri"/>
              </a:defRPr>
            </a:pPr>
            <a:r>
              <a:t>Pod Placement &amp;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Borg (Verma et al., 2015)</a:t>
            </a:r>
            <a:br/>
            <a:r>
              <a:t>  Resource-aware bin-packing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Medea (Garefalakis et al., 2018)</a:t>
            </a:r>
            <a:br/>
            <a:r>
              <a:t>  Topology spread constraints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DeathStarBench (Gan et al., 2019)</a:t>
            </a:r>
            <a:br/>
            <a:r>
              <a:t>  Dependency-graph-aware placement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Mars (2011); Delimitrou (2014)</a:t>
            </a:r>
            <a:br/>
            <a:r>
              <a:t>  Contention-aware co-scheduling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Liu et al. (arXiv 2507.16109, 2025)</a:t>
            </a:r>
            <a:br/>
            <a:r>
              <a:t>  Cloud-edge placement under churn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Principles of Chaos Engineering</a:t>
            </a:r>
            <a:br/>
            <a:r>
              <a:t> 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LitmusChaos — CNCF sandbox</a:t>
            </a:r>
            <a:br/>
            <a:r>
              <a:t>  ChaosEngine CRDs + ChaosCenter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 Monkey (Netflix, 2011)</a:t>
            </a:r>
            <a:br/>
            <a:r>
              <a:t>  Random instance termination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Mutiny! K8s churn injection</a:t>
            </a:r>
            <a:br/>
            <a:r>
              <a:t>  (DSN 2024) — closest peer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Tail at Scale (Dean &amp; Barroso,</a:t>
            </a:r>
            <a:br/>
            <a:r>
              <a:t>  2013) — latency sensitivity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Gap — Our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Existing work studies placement</a:t>
            </a:r>
            <a:br/>
            <a:r>
              <a:t>  OR resilience — not their interaction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No framework systematically varies</a:t>
            </a:r>
            <a:br/>
            <a:r>
              <a:t>  placement under controlled chaos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Missing: quantitative comparison</a:t>
            </a:r>
            <a:br/>
            <a:r>
              <a:t>  across multiple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ChaosProbe bridges this gap:</a:t>
            </a:r>
            <a:br/>
            <a:r>
              <a:t>  8 placements × 3 fault classes,</a:t>
            </a:r>
            <a:br/>
            <a:r>
              <a:t>  layered metrics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Graph storage preserves causal</a:t>
            </a:r>
            <a:br/>
            <a:r>
              <a:t>  topology for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Expected Contention by Placement (Literature Predictions L1–L3 — tested as context)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5989320"/>
          <a:ext cx="1124712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Colocate Impact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Key Reference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CPU Contention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Millicores, throttle seconds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cores → throttling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Burns et al. (2016)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Memory Pressure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Working set bytes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memory → evictions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Verma et al. (2015)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Network Latency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response time (ms)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network stack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Gan et al. (2019)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 I/O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bandwidth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Dean &amp; Barroso (2013)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Placement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DBDBD"/>
                </a:solidFill>
                <a:latin typeface="Calibri"/>
              </a:defRPr>
            </a:pPr>
            <a:r>
              <a:t>Independent variable: 6 strategies + baseline + default scheduler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Null-injection control</a:t>
            </a:r>
            <a:br/>
            <a:r>
              <a:t>Default scheduler + trivial fault</a:t>
            </a:r>
            <a:br/>
            <a:r>
              <a:t>(1% CPU, 1s) — validates methodology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56816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00884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56816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00884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None (control)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100%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Basiri et al., IEEE SW 2016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35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  <a:latin typeface="Calibri"/>
              </a:defRPr>
            </a:pPr>
            <a:r>
              <a:t>Default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Default K8s scheduler</a:t>
            </a:r>
            <a:br/>
            <a:r>
              <a:t>Full chaos injection</a:t>
            </a:r>
            <a:br/>
            <a:r>
              <a:t>Scheduler-determined placement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28616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72683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28616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72683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35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Scheduler-set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735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Placement null hypothesis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Burns et al., ACM Queue 2016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Colocate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All pods pinned to a single node</a:t>
            </a:r>
            <a:br/>
            <a:r>
              <a:t>via nodeSelector (hostname)</a:t>
            </a:r>
            <a:br/>
            <a:r>
              <a:t>Maximal co-location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0416" y="2139696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4726" y="2235708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331720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94726" y="2427732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53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Maximum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worst resilience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Mars 2011; Delimitrou 2014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171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Spread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Even distribution across workers</a:t>
            </a:r>
            <a:br/>
            <a:r>
              <a:t>via per-node nodeSelector</a:t>
            </a:r>
            <a:br/>
            <a:r>
              <a:t>Minimal per-node contention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16768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027664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1338560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649456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Minimum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best isolation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Medea (Garefalakis 2018)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7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Seeded random assignment</a:t>
            </a:r>
            <a:br/>
            <a:r>
              <a:t>Reproducible null baseline</a:t>
            </a:r>
            <a:br/>
            <a:r>
              <a:t>for topology effects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79092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423160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879092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423160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Variable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7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Seeded; reproducible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7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Sparrow (Ousterhout SOSP 2013)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04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735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B59B6"/>
                </a:solidFill>
                <a:latin typeface="Calibri"/>
              </a:defRPr>
            </a:pPr>
            <a:r>
              <a:t>Adversarial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735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Heavy pods → single node (worst-fit)</a:t>
            </a:r>
            <a:br/>
            <a:r>
              <a:t>Light pods → remaining nodes</a:t>
            </a:r>
            <a:br/>
            <a:r>
              <a:t>Intentional CPU/mem hotspot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50892" y="4608576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45202" y="470458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394959" y="4736592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628131" y="486460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735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High (asymmetric)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35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Resource-weighted hotspot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35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Worst-fit; Cortez 2017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722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453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Best-fit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453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Pack into fewest nodes</a:t>
            </a:r>
            <a:br/>
            <a:r>
              <a:t>(bin-packing decreasing)</a:t>
            </a:r>
            <a:br/>
            <a:r>
              <a:t>Borg-style resource scoring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22692" y="4608576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017002" y="4704588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900416" y="4832604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561070" y="473659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453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(packed)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453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Minimizes nodes used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Borg (Verma 2015; Burns 2016)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171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Dependency-aware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171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Co-locate communicating services</a:t>
            </a:r>
            <a:br/>
            <a:r>
              <a:t>via service-graph partitioning</a:t>
            </a:r>
            <a:br/>
            <a:r>
              <a:t>(BFS from entry-point root)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794492" y="4640580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0988802" y="4736592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1416284" y="467258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1571732" y="483260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171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(grouped)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Preserves service-graph edges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171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DeathStarBench (Gan ASPLOS 2019)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8600" y="6355080"/>
            <a:ext cx="1175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Analytic weight: the churn findings (H2 conntrack reconvergence, H3 decoupling) rest on the colocate vs. spread locality contrast. All 8 placements enter the load matrix — H5's cross-node fraction is computed per strategy (n = 8) — and H6 contrasts the two extremes (colocate vs. spread) under node drain; a gradient run over the intermediate placements extends that two-point contrast.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3200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Target Application — Google Online Boutique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828800"/>
            <a:ext cx="16459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productcatalog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188719" y="2194560"/>
            <a:ext cx="2194561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116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currency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560320" y="2194560"/>
            <a:ext cx="82296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832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2194560"/>
            <a:ext cx="5486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548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recommend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383280" y="2194560"/>
            <a:ext cx="19202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554480" y="292608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checkout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103120" y="2194560"/>
            <a:ext cx="1280160" cy="7315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200400" y="2926080"/>
            <a:ext cx="109728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redis-cart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08960" y="2697480"/>
            <a:ext cx="640079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400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email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188719" y="3246120"/>
            <a:ext cx="914401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0116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payment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03120" y="3246120"/>
            <a:ext cx="4572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3832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shipping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103120" y="3246120"/>
            <a:ext cx="18288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7548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ad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383280" y="2194560"/>
            <a:ext cx="1920240" cy="128016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" y="3931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11 services (10 polyglot microservices + Redis)</a:t>
            </a:r>
            <a:br/>
            <a:r>
              <a:t>Single replica per service — 100% pod-delete = full unavailability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371600"/>
            <a:ext cx="5303520" cy="20116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F8C8D"/>
                </a:solidFill>
                <a:latin typeface="Calibri"/>
              </a:defRPr>
            </a:pPr>
            <a:r>
              <a:t>Cluster Topology (Vagrant / libvirt)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1737360"/>
            <a:ext cx="1554480" cy="640080"/>
          </a:xfrm>
          <a:prstGeom prst="roundRect">
            <a:avLst/>
          </a:prstGeom>
          <a:solidFill>
            <a:srgbClr val="223355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17373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6D6"/>
                </a:solidFill>
                <a:latin typeface="Calibri"/>
              </a:defRPr>
            </a:pPr>
            <a:r>
              <a:t>cp1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1965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12 GiB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9244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6968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540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3836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3836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51560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6132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2468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090A0"/>
                </a:solidFill>
                <a:latin typeface="Calibri"/>
              </a:defRPr>
            </a:pPr>
            <a:r>
              <a:t>K8s v1.28.6 • Calico CNI • containerd 1.7.11 • Total: 10 vCPU, 28 GiB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754880"/>
            <a:ext cx="548640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4754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Three Fault Classes × Placement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640080" y="507492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Churn (pod-delete)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Load (Locust spike)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Node failure (drain)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Stressor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Kill target every 15s, 120s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200-user sustained spike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Drain the target's node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whole app under load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node hosting the target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Layer read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Score + mechanism + user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East-west + user routes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Blast radius + recovery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Hypotheses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H1–H3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H4–H5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H6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49" name="Rounded Rectangle 48"/>
          <p:cNvSpPr/>
          <p:nvPr/>
        </p:nvSpPr>
        <p:spPr>
          <a:xfrm>
            <a:off x="6217920" y="3566160"/>
            <a:ext cx="5303520" cy="10058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 — Methodology Control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38862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Swaps pod-delete → trivial pod-cpu-hog (DURATION=1s, CPU_LOAD=1%).</a:t>
            </a:r>
            <a:br/>
            <a:r>
              <a:t>Validates probes &amp; scoring: expected 100%, 0 recovery cycles — any drift</a:t>
            </a:r>
            <a:br/>
            <a:r>
              <a:t>indicates pre-existing instability rather than placement effects.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0" y="4754880"/>
            <a:ext cx="530352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4754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Infrastructure Components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6400800" y="5074920"/>
          <a:ext cx="4937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LitmusChaos + ChaosCenter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Fault injection engine (Helm)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 + kube-state-metrics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Cluster metrics (PromQL)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Neo4j 5 Community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Graph storage (14 node types, 18 rels)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Locust (steady: 50 users, 10/s)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Load generation (120s)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ChaosProbe —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ChaosProbe (our contribution)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Placement</a:t>
            </a:r>
            <a:br/>
            <a:r>
              <a:t>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6 strategies: mutate nodeSelector</a:t>
            </a:r>
            <a:br/>
            <a:r>
              <a:t>per deployment to target 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Metrics</a:t>
            </a:r>
            <a:br/>
            <a:r>
              <a:t>Collection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6 continuous probers (threads):</a:t>
            </a:r>
            <a:br/>
            <a:r>
              <a:t>recovery, latency, resources,</a:t>
            </a:r>
            <a:br/>
            <a:r>
              <a:t>Redis, disk, Prometheus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Result</a:t>
            </a:r>
            <a:br/>
            <a:r>
              <a:t>Aggregation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ChaosResult CRDs, probe verdicts,</a:t>
            </a:r>
            <a:br/>
            <a:r>
              <a:t>resilience scoring, phase tracking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Strategy runner, run phases,</a:t>
            </a:r>
            <a:br/>
            <a:r>
              <a:t>preflight checks, port-forward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Graph</a:t>
            </a:r>
            <a:br/>
            <a: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Neo4j writer/reader: 14 node types,</a:t>
            </a:r>
            <a:br/>
            <a:r>
              <a:t>18 relationships, Cypher queries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Visualization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matplotlib charts, HTML report,</a:t>
            </a:r>
            <a:br/>
            <a:r>
              <a:t>ML export (CSV/Parquet)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F8C8D"/>
                </a:solidFill>
                <a:latin typeface="Calibri"/>
              </a:defRPr>
            </a:pPr>
            <a:r>
              <a:t>Infrastructure (existing tools)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LitmusChaos +</a:t>
            </a:r>
            <a:br/>
            <a:r>
              <a:t>ChaosCenter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Fault injection engine.</a:t>
            </a:r>
            <a:br/>
            <a:r>
              <a:t>ChaosEngine CRDs, Argo Workflows,</a:t>
            </a:r>
            <a:br/>
            <a:r>
              <a:t>ChaosCenter dashboard +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Prometheus +</a:t>
            </a:r>
            <a:br/>
            <a:r>
              <a:t>kube-state-metrics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Cluster monitoring.</a:t>
            </a:r>
            <a:br/>
            <a:r>
              <a:t>PromQL queries for pod_ready,</a:t>
            </a:r>
            <a:br/>
            <a:r>
              <a:t>CPU throttle, memory, network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59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Neo4j 5</a:t>
            </a:r>
            <a:br/>
            <a:r>
              <a:t>Community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9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Graph database.</a:t>
            </a:r>
            <a:br/>
            <a:r>
              <a:t>14 node types, 18 relationships.</a:t>
            </a:r>
            <a:br/>
            <a:r>
              <a:t>Cypher query language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Kubernetes</a:t>
            </a:r>
            <a:br/>
            <a:r>
              <a:t>v1.28.6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Container orchestration.</a:t>
            </a:r>
            <a:br/>
            <a:r>
              <a:t>containerd runtime, Metrics API,</a:t>
            </a:r>
            <a:br/>
            <a:r>
              <a:t>Watch API for recovery tracking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6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Locust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Load generation.</a:t>
            </a:r>
            <a:br/>
            <a:r>
              <a:t>Configurable user count, spawn rate.</a:t>
            </a:r>
            <a:br/>
            <a:r>
              <a:t>HTTP traffic to entry-point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F8C8D"/>
                </a:solidFill>
                <a:latin typeface="Calibri"/>
              </a:defRPr>
            </a:pPr>
            <a:r>
              <a:t>Vagrant</a:t>
            </a:r>
            <a:br/>
            <a:r>
              <a:t>(libvirt/KVM)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VM provisioning.</a:t>
            </a:r>
            <a:br/>
            <a:r>
              <a:t>5 VMs: 1 control plane +</a:t>
            </a:r>
            <a:br/>
            <a:r>
              <a:t>4 worker nodes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669280" y="210312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669280" y="320040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0" y="429768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0" y="1874519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uses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29718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queries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406908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stores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Experiment Lifecycle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5394960"/>
            <a:ext cx="2011680" cy="9144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 Configure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Load YAML</a:t>
            </a:r>
            <a:br/>
            <a:r>
              <a:t>Validate specs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60320" y="5394960"/>
            <a:ext cx="2011680" cy="914400"/>
          </a:xfrm>
          <a:prstGeom prst="roundRect">
            <a:avLst/>
          </a:prstGeom>
          <a:solidFill>
            <a:srgbClr val="1ABC9C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06039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2. Place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51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Apply strategy</a:t>
            </a:r>
            <a:br/>
            <a:r>
              <a:t>Patch nodeSelector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46320" y="5394960"/>
            <a:ext cx="2011680" cy="9144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3. Inject Chaos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ChaosEngine</a:t>
            </a:r>
            <a:br/>
            <a:r>
              <a:t>via ChaosCenter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0" y="5394960"/>
            <a:ext cx="2011680" cy="914400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78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4. Measure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6 probers</a:t>
            </a:r>
            <a:br/>
            <a:r>
              <a:t>+ load generator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18320" y="5394960"/>
            <a:ext cx="2011680" cy="914400"/>
          </a:xfrm>
          <a:prstGeom prst="roundRect">
            <a:avLst/>
          </a:prstGeom>
          <a:solidFill>
            <a:srgbClr val="9B59B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4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5. Store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Neo4j sync</a:t>
            </a:r>
            <a:br/>
            <a:r>
              <a:t>Charts + export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572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58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144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Measurement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Three-Phase Measurement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3200400" cy="4114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PreChaos — steady state (60s)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508760"/>
            <a:ext cx="4114800" cy="4114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DuringChaos — fault active (120s)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508760"/>
            <a:ext cx="3474720" cy="4114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PostChaos — recovery sampling (60s)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6 Continuous Probers (Background Threads)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256032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Prober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Data Source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Interval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RecoveryWatcher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deletion→scheduled (d2s) + scheduled→ready (s2r) split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K8s Watch API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Real-time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LatencyProber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route latency + error rates + per-pod stddev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python3/wget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3.5s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 ops/s (GET/SET throughput)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redis-cli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disk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dd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ResourceProber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Node/pod CPU (millicores) + memory (used-nodes only)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Metrics API (v1beta1)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(app)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pod_ready, CPU/memory, throttle, net rx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queries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(churn)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kube-proxy SLO p99, CoreDNS p99, conntrack, TCP retrans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— SIG-Scalability 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2194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Resilience Probes (LitmusChaos)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4389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Mode (interval)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Timeout / retries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frontend-cart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frontend-homepage-loose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frontend-healthz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(4s)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3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498079" y="45262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+ 5 Rust cmdProbes: check-redis, check-http-latency,</a:t>
            </a:r>
            <a:br/>
            <a:r>
              <a:t>  check-dns-latency, check-tcp-connect, check-cart-flow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Resilience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94960"/>
            <a:ext cx="5029200" cy="457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mean = Σ(probeSuccess%)/N · also report p25, harmonic mean, 95% bootstrap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17%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33%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8700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5568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89788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Total disruption  ←                              →  No visible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Bootstrap 95% CI on the mean + Holm-Bonferroni-adjusted pairwise Mann-Whitney U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Recovery time split: scheduler-stall (d2s) vs container start-up (s2r)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kube-proxy SLO + CoreDNS p99 + conntrack measured directly (SIG-Scalability)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Heterogeneity confound: score vs host-node RAM scatter (Threats-to-Validity)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H1: The Score Cannot Rank Placements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or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Baseline: 100% (stddev 0) —</a:t>
            </a:r>
            <a:br/>
            <a:r>
              <a:t>  methodology control holds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ICC_strategy = 0.033, 95% CI [0.014, 0.178]:</a:t>
            </a:r>
            <a:br/>
            <a:r>
              <a:t>  only 3.3% of score variance is</a:t>
            </a:r>
            <a:br/>
            <a:r>
              <a:t>  between-strategy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Evidence base: 7 independent sessions,</a:t>
            </a:r>
            <a:br/>
            <a:r>
              <a:t>  147 churn iterations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Focal contrast colocate 64.0 vs spread 74.3</a:t>
            </a:r>
            <a:br/>
            <a:r>
              <a:t>  (d = 0.46) → 73 iterations/strategy</a:t>
            </a:r>
            <a:br/>
            <a:r>
              <a:t>  needed for 80% power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At the n = 3 actually run, the minimum</a:t>
            </a:r>
            <a:br/>
            <a:r>
              <a:t>  detectable effect is ≈ 51 score points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So the aggregate score cannot rank</a:t>
            </a:r>
            <a:br/>
            <a:r>
              <a:t>  placements — the signal is elsewhere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669280"/>
            <a:ext cx="11247120" cy="914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H1 — the aggregate score cannot rank placement strategies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L1 (colocate = worst): N/A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L2 (spread = best): N/A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L3 (recovery → score): N/A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score's between-strategy variance is too small a fraction to adjudicate L1–L3 — they are inapplicable in this regime, not refuted. The signal lives at the mechanism layer (next slides).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H2: A Kernel Reconvergence Signature Moves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chanism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39C12"/>
                </a:solidFill>
                <a:latin typeface="Calibri"/>
              </a:defRPr>
            </a:pPr>
            <a:r>
              <a:t>Conntrack Flush (per session)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Median flush during the kill cycle:</a:t>
            </a:r>
            <a:br/>
            <a:r>
              <a:t>  spread 38.5% vs colocate 2.7%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spread &gt; colocate in 7 / 7 sessions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Sign test p = 0.0156;</a:t>
            </a:r>
            <a:br/>
            <a:r>
              <a:t>  Wilcoxon signed-rank p = 0.0225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Mechanistic reading: churn tears down</a:t>
            </a:r>
            <a:br/>
            <a:r>
              <a:t>  cross-node flows that must reconverge;</a:t>
            </a:r>
            <a:br/>
            <a:r>
              <a:t>  node-local paths are spared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Corroborating only: CPU throttling —</a:t>
            </a:r>
            <a:br/>
            <a:r>
              <a:t>  colocate lowest in 6 / 7 sessions</a:t>
            </a:r>
            <a:br/>
            <a:r>
              <a:t>  (weaker; lead with conntrack)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669280"/>
            <a:ext cx="11247120" cy="914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H2 — a reconvergence signature, deliberately not attributed to a specific code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flush is reported as a measured kernel/network reconvergence signature of the kill cycle. It is not attributed to kube-proxy's active conntrack-flush path: upstream that path is UDP-only, while this workload is TCP/gRPC — re-attribution of the exact mechanism is pending.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H3: The Mechanism Does Not Reach the User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tency_degra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Decoupling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Conntrack flush → dependent-route p95:</a:t>
            </a:r>
            <a:br/>
            <a:r>
              <a:t>  ρ = 0.07 (n.s.) — and TOST declares it</a:t>
            </a:r>
            <a:br/>
            <a:r>
              <a:t>  statistically equivalent to zero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Control route (does NOT depend on the</a:t>
            </a:r>
            <a:br/>
            <a:r>
              <a:t>  target): ρ = 0.29* — the correlation is</a:t>
            </a:r>
            <a:br/>
            <a:r>
              <a:t>  stronger where it shouldn't exist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That pattern is the signature of a</a:t>
            </a:r>
            <a:br/>
            <a:r>
              <a:t>  run-level confound, not causation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No dependency-specific propagation of</a:t>
            </a:r>
            <a:br/>
            <a:r>
              <a:t>  the mechanism to the user layer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669280"/>
            <a:ext cx="5669280" cy="10058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669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The layered churn story (H1–H3)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893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score is blind (H1); the kernel layer moves with placement (H2); the user layer does not follow (H3). Three layers, three different answers.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669280"/>
            <a:ext cx="5669280" cy="10058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669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Operator reading (bounded)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9893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For churn faults on single-replica services in this setup, pod placement is not a user-visible resilience lever — the killed pod is simply gone.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H4 &amp; H5: Load Contention and a Graph Predictor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40233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H4 — the mechanism replicates; the user layer does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200-user Locust spike: the app is genuinely</a:t>
            </a:r>
            <a:br/>
            <a:r>
              <a:t>  resource-bound (hog faults never get there)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East-west inter-service p95: colocate ~1.3–1.4×</a:t>
            </a:r>
            <a:br/>
            <a:r>
              <a:t>  lower than spread, in both i = 4 batches</a:t>
            </a:r>
            <a:br/>
            <a:r>
              <a:t>  (median ratio 1.39× and 1.36×)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Co-location keeps inter-service calls node-local;</a:t>
            </a:r>
            <a:br/>
            <a:r>
              <a:t>  spread routes every call across the network —</a:t>
            </a:r>
            <a:br/>
            <a:r>
              <a:t>  the bottleneck under load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User-facing routes: a ~2× reading in batch A</a:t>
            </a:r>
            <a:br/>
            <a:r>
              <a:t>  collapsed to ~1.1× in the clean batch, with no</a:t>
            </a:r>
            <a:br/>
            <a:r>
              <a:t>  dependency specificity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So: no user-visible placement effect is claimed</a:t>
            </a:r>
            <a:br/>
            <a:r>
              <a:t>  under load — the mechanism effect is the finding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486400" cy="40233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25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H5 — cross-node call fraction predicts the east-west tail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1691640"/>
          <a:ext cx="5120640" cy="2285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326571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 marL="76200" marR="76200" marT="38100" marB="38100">
                    <a:solidFill>
                      <a:srgbClr val="2ECC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Cross-node fraction</a:t>
                      </a:r>
                    </a:p>
                  </a:txBody>
                  <a:tcPr marL="76200" marR="76200" marT="38100" marB="38100">
                    <a:solidFill>
                      <a:srgbClr val="2ECC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East-west p95 (ms)</a:t>
                      </a:r>
                    </a:p>
                  </a:txBody>
                  <a:tcPr marL="76200" marR="76200" marT="38100" marB="38100">
                    <a:solidFill>
                      <a:srgbClr val="2ECC71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colocate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33.9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best-fit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0.13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35.3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dependency-aware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spread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43.5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43.9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default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45.5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406908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Spearman ρ = 0.79 (n = 8 strategies, p &lt; 0.05)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Computable from the dependency graph + placement</a:t>
            </a:r>
            <a:br/>
            <a:r>
              <a:t>  before any chaos — the Neo4j graph becomes</a:t>
            </a:r>
            <a:br/>
            <a:r>
              <a:t>  analytically load-bearing, not mere storage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486400"/>
            <a:ext cx="11247120" cy="1097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48640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Framing: empirical validation of a static pre-chaos predictor — and a coarse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064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Locality-as-objective already belongs to the literature (NetMARKS, graph-partitioning schedulers); the contribution here is validating the graph-derived fraction against measured during-load tails. The correlation is coarse — it separates the two node-local placements (colocate, best-fit) from the six spreading ones, which cluster at 0.70–0.80 — and single-batch. Note dependency-aware's partition did not co-locate as intended (0.73, spread-like).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H6: The Latency/Availability Trade-Off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943600" cy="40233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Node drain on the target's node (third fault class)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91640"/>
          <a:ext cx="557784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4460"/>
                <a:gridCol w="1394460"/>
                <a:gridCol w="1394460"/>
                <a:gridCol w="1394460"/>
              </a:tblGrid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Placement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On drained node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Blast radius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Target recovery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colocate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11 / 11 services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11 — whole app offline (100%)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~10.3 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spread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2 / 11 services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2 services (18%)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~2.6 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063240"/>
            <a:ext cx="5577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Blast radius = services at 0 ready endpoints at the</a:t>
            </a:r>
            <a:br/>
            <a:r>
              <a:t>  outage trough, read from EndpointSlice snapshots —</a:t>
            </a:r>
            <a:br/>
            <a:r>
              <a:t>  not the score (a drain leaves every probe Unknown; H1)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Observed blast equals the placement-predicted blast</a:t>
            </a:r>
            <a:br/>
            <a:r>
              <a:t>  in every iteration, across two doctor-clean batches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Recovery scales with concentration too: 11 evicted</a:t>
            </a:r>
            <a:br/>
            <a:r>
              <a:t>  pods reschedule at once vs 2 — ~4× slower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280160"/>
            <a:ext cx="5029200" cy="40233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32588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One placement property, two opposing consequences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91640"/>
            <a:ext cx="4663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colocate: best east-west tail (H5: 33.9 ms,</a:t>
            </a:r>
            <a:br/>
            <a:r>
              <a:t>  lowest) AND worst node-failure blast</a:t>
            </a:r>
            <a:br/>
            <a:r>
              <a:t>  (100% outage) — spread is the mirror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H5 is the latency face, H6 the availability</a:t>
            </a:r>
            <a:br/>
            <a:r>
              <a:t>  face of the same co-location metric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Where placement DOES bite users in this</a:t>
            </a:r>
            <a:br/>
            <a:r>
              <a:t>  study is availability under node failure —</a:t>
            </a:r>
            <a:br/>
            <a:r>
              <a:t>  and it is predictable from the placement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Quantification of a known qualitative</a:t>
            </a:r>
            <a:br/>
            <a:r>
              <a:t>  trade-off (cell-based architectures), not</a:t>
            </a:r>
            <a:br/>
            <a:r>
              <a:t>  a discovery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Two-point contrast (the extremes); a</a:t>
            </a:r>
            <a:br/>
            <a:r>
              <a:t>  6-strategy gradient run extends this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486400"/>
            <a:ext cx="11247120" cy="109728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623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The same co-location that wins H5's latency loses H6's availability. Placement is not 'good' or 'bad' — it trades a measured east-west latency benefit against a measured node-failure blast radius, and both faces are computable from the dependency graph before any chaos.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Negative Findings — Why the Obvious Experiments Are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23774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Hog faults are absorbed, not felt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pod-cpu-hog: CFS-capped at the 200m container</a:t>
            </a:r>
            <a:br/>
            <a:r>
              <a:t>  limit — the hog throttles itself, not the app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node-cpu-hog: loads the node, but CPU requests</a:t>
            </a:r>
            <a:br/>
            <a:r>
              <a:t>  keep the light app pods responsive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Both scored 100 with the app fully up — the</a:t>
            </a:r>
            <a:br/>
            <a:r>
              <a:t>  'obvious' contention experiments measure nothing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Contention only bites when the app is genuinely</a:t>
            </a:r>
            <a:br/>
            <a:r>
              <a:t>  resource-bound — i.e. under load (H4)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486400" cy="23774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25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node-memory-hog evicts itself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On 4 GiB workers, the kubelet evicts the</a:t>
            </a:r>
            <a:br/>
            <a:r>
              <a:t>  LitmusChaos helper pod before any app pod</a:t>
            </a:r>
            <a:br/>
            <a:r>
              <a:t>  feels memory pressure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The experiment kills its own instrument, not</a:t>
            </a:r>
            <a:br/>
            <a:r>
              <a:t>  the application (LitmusChaos issue #3397)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Negative findings like these bound the fault</a:t>
            </a:r>
            <a:br/>
            <a:r>
              <a:t>  taxonomy: they tell you which experiments</a:t>
            </a:r>
            <a:br/>
            <a:r>
              <a:t>  measure the app and which measure the harness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931920"/>
            <a:ext cx="11247120" cy="26517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977639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Literature predictions L1–L3 — inapplicable in this regime, not refuted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343400"/>
            <a:ext cx="50292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343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Colocate is the worst placement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score cannot adjudicate it (H1), and the churn</a:t>
            </a:r>
            <a:br/>
            <a:r>
              <a:t>mechanism points the other way: colocate flushes</a:t>
            </a:r>
            <a:br/>
            <a:r>
              <a:t>the least conntrack state and throttles least.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4343400"/>
            <a:ext cx="50292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343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Spread isolates faults best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4892040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Under churn, spreading maximises the cross-node</a:t>
            </a:r>
            <a:br/>
            <a:r>
              <a:t>flows the kill cycle tears down (H2) — and under</a:t>
            </a:r>
            <a:br/>
            <a:r>
              <a:t>node drain spread does win availability (H6).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4343400"/>
            <a:ext cx="50292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4343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Recovery time predicts resilience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9" y="4892040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recovery decomposition (d2s/s2r) is unstable</a:t>
            </a:r>
            <a:br/>
            <a:r>
              <a:t>run-to-run and the score is too noisy to predict —</a:t>
            </a:r>
            <a:br/>
            <a:r>
              <a:t>no stable relationship on either side.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These predictions come from contention regimes the churn fault class never enters — they are inapplicable here, which is itself a fault-class-specific result, not a refutation of the literature.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Threats to Validity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Internal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Results based on Google Online Boutique — a representative but single microservice benchmark. Other application topologies may yield different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replica per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100% pod-delete guarantees unavailability, but production systems typically run multiple replicas. Results represent worst-case single-replica scenarios.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Virtualized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1772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Vagrant/libvirt (KVM/QEMU) introduces virtualization overhead. Bare-metal clusters may show different performance characteristics, especially for I/O metrics.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Uneven contrast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0644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The churn findings (H2, H3) rest on the colocate-vs-spread locality contrast; H5 covers all 8 placements but is single-batch; H6 is a two-point contrast of the extremes — a 6-strategy gradient run extends it. Intermediate placements are not yet validated per-hypothesis.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External Validity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Cluster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5-node cluster (1 control plane @ 12 GiB + 4 uniform 4-GiB workers, 10 vCPU, 28 GiB). Larger clusters may show different placement effects.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Fault classes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2900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Three classes tested: churn (pod-delete), load contention (Locust spike), node failure (drain). Hog faults are absorbed by cgroup limits (negative finding); network partitions and disk faults remain untested and may behave differently.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Traffic 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61772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Steady-state load (50 users, 10/s) for churn; a 200-user spike for the load regime. Production-like traffic patterns may affect results differently.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Metric portability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80644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PSI requires cgroup-v2, Felix requires Calico, etcd_debugging_* is K8s-version-fragile. metricAvailability surfaces which metrics were collected per run.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ChaosProbe framework: automated placement-</a:t>
            </a:r>
            <a:br/>
            <a:r>
              <a:t>  aware chaos evaluation for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A fault-class × measurement-layer study:</a:t>
            </a:r>
            <a:br/>
            <a:r>
              <a:t>  churn, load contention, node failure across</a:t>
            </a:r>
            <a:br/>
            <a:r>
              <a:t>  score, mechanism, and user layers (H1–H6)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The Neo4j dependency graph made analytically</a:t>
            </a:r>
            <a:br/>
            <a:r>
              <a:t>  load-bearing: a pre-chaos placement predictor (H5)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Statistical &amp; provenance discipline: ICC variance</a:t>
            </a:r>
            <a:br/>
            <a:r>
              <a:t>  partition, TOST, power analysis, doctor-gated runs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H1: the aggregate score cannot rank placements</a:t>
            </a:r>
            <a:br/>
            <a:r>
              <a:t>  (3.3% between-strategy variance)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H2 + H4: placement moves mechanism-layer</a:t>
            </a:r>
            <a:br/>
            <a:r>
              <a:t>  signals in both churn and load regimes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H3: those mechanisms do not reach the user</a:t>
            </a:r>
            <a:br/>
            <a:r>
              <a:t>  (TOST-decoupled; control-route confound)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H5 + H6: placement bites users at the availability</a:t>
            </a:r>
            <a:br/>
            <a:r>
              <a:t>  layer — and both faces of the trade-off are</a:t>
            </a:r>
            <a:br/>
            <a:r>
              <a:t>  predictable from the dependency graph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0560"/>
            <a:ext cx="1106424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Multi-replica anti-affinity — the production question</a:t>
            </a:r>
            <a:br/>
            <a:r>
              <a:t>  this single-replica design structurally excludes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H6 gradient: intermediate placements between the</a:t>
            </a:r>
            <a:br/>
            <a:r>
              <a:t>  extremes (6-strategy gradient run in flight)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Larger clusters, other CNIs / kube-proxy modes,</a:t>
            </a:r>
            <a:br/>
            <a:r>
              <a:t>  production-like traffic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84632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Re-attribute the conntrack flush to its exact code</a:t>
            </a:r>
            <a:br/>
            <a:r>
              <a:t>  path (upstream active flush is UDP-only; this</a:t>
            </a:r>
            <a:br/>
            <a:r>
              <a:t>  workload is TCP/gRPC)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More load batches — does any user-layer effect</a:t>
            </a:r>
            <a:br/>
            <a:r>
              <a:t>  survive replication?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Scheduler integration of the cross-node-fraction</a:t>
            </a:r>
            <a:br/>
            <a:r>
              <a:t>  predictor (H5)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6126480"/>
            <a:ext cx="11064240" cy="64008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 single score is blind to placement (H1). Placement acts at the mechanism layer (H2, H4) without reaching the user (H3); where it does reach users is availability under node failure — predictably (H5 + H6).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017520"/>
            <a:ext cx="30175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96D6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BC9C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Placement</a:t>
            </a:r>
            <a:br/>
            <a:r>
              <a:t>Strategies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Fault</a:t>
            </a:r>
            <a:br/>
            <a:r>
              <a:t>Classes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6D6"/>
                </a:solidFill>
                <a:latin typeface="Calibri"/>
              </a:defRPr>
            </a:pPr>
            <a:r>
              <a:t>H1–H6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Hypotheses</a:t>
            </a:r>
            <a:br/>
            <a:r>
              <a:t>Tested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59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ρ = 0.79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Graph</a:t>
            </a:r>
            <a:br/>
            <a:r>
              <a:t>Predictor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