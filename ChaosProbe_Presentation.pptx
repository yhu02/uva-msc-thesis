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recovery time, inter-service latency, resource utilization, and I/O throughput to quantify placement's impact on resilience.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118872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Research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How does pod placement topology affect microservice resilience</a:t>
            </a:r>
            <a:br/>
            <a:r>
              <a:t>under fault injection in Kubernetes?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Hypotheses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914400" cy="8229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5920" y="3291840"/>
            <a:ext cx="9966960" cy="8229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31012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  <a:latin typeface="Calibri"/>
              </a:defRPr>
            </a:pPr>
            <a:r>
              <a:t>Maximum contention degrades resilience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6393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DBDBD"/>
                </a:solidFill>
                <a:latin typeface="Calibri"/>
              </a:defRPr>
            </a:pPr>
            <a:r>
              <a:t>Colocating all pods on a single node maximizes resource contention (CPU, memory, disk, network) and produces the worst resilience scores.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80560"/>
            <a:ext cx="914400" cy="8229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4480560"/>
            <a:ext cx="9966960" cy="8229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449884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CC71"/>
                </a:solidFill>
                <a:latin typeface="Calibri"/>
              </a:defRPr>
            </a:pPr>
            <a:r>
              <a:t>Spreading improves fault isolation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82803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DBDBD"/>
                </a:solidFill>
                <a:latin typeface="Calibri"/>
              </a:defRPr>
            </a:pPr>
            <a:r>
              <a:t>Distributing pods evenly across nodes minimizes per-node contention and limits fault blast radius, yielding the best resilience scores.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914400" cy="82296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45920" y="5669280"/>
            <a:ext cx="9966960" cy="8229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568756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F8C8D"/>
                </a:solidFill>
                <a:latin typeface="Calibri"/>
              </a:defRPr>
            </a:pPr>
            <a:r>
              <a:t>Baseline validates methodology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601675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DBDBD"/>
                </a:solidFill>
                <a:latin typeface="Calibri"/>
              </a:defRPr>
            </a:pPr>
            <a:r>
              <a:t>A trivial fault (1% CPU, 1 second) with default scheduling should produce 100% resilience — any degradation indicates pre-existing instability.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090A0"/>
                </a:solidFill>
                <a:latin typeface="Calibri"/>
              </a:defRPr>
            </a:pPr>
            <a:r>
              <a:t>Measured Dimensions: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0" y="6355080"/>
            <a:ext cx="19202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Recovery 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6355080"/>
            <a:ext cx="192024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Inter-Service Latency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6355080"/>
            <a:ext cx="192024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Resource Utilization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59" y="6355080"/>
            <a:ext cx="19202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I/O Throughput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Sparrow (Ousterhout et al., 2013)</a:t>
            </a:r>
            <a:br/>
            <a:r>
              <a:t>  Decentralized random 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Gremlin — fault injection SaaS</a:t>
            </a:r>
            <a:br/>
            <a:r>
              <a:t>  Commercial chaos platform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6 strategies × 2 faults × 4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(Literature-Informed Hypotheses)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podAffinity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topologySpreadConstraints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12 microservices, polyglot (Go, C#, Python, Java, Node.js)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(Proxmox / KVM)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14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Fault Injection Experiments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pod-delete (availability)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pod-cpu-hog (contention)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currencyservice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(5s interval)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60s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FORCE=true, 100% pods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 core, 100% load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7 httpProbes + 5 cmdProbes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 httpProbe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5" name="Rounded Rectangle 44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(Control Group)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Swaps pod-delete → pod-cpu-hog with DURATION=1s, CPU_LOAD=1%</a:t>
            </a:r>
            <a:br/>
            <a:r>
              <a:t>All probes execute identically — expected result: 100% score, 0 recovery cycles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Proxmox</a:t>
            </a:r>
            <a:br/>
            <a:r>
              <a:t>(KVM/QEMU)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Virtualization host.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(30s)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observation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Pod deletion → scheduled → ready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~2s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~10s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~10s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~5s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~10s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(3s)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2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(3s)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2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frontend-homepage-loose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98079" y="4526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+ 5 Rust cmdProbes: check-redis, check-http-latency,</a:t>
            </a:r>
            <a:br/>
            <a:r>
              <a:t>  check-dns-latency, check-tcp-connect, check-cart-flow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score = Σ(probeSuccess%) / N    verdict = PASS iff all probes pass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5 probers extend ContinuousProberBase; RecoveryWatcher uses K8s Watch API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Phase-aware: measurements tagged PreChaos / DuringChaos / PostChaos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Strict → Moderate-tight → Moderate-loose: layered sensitivity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Control probes (healthz, cart): detect node-level contention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Resilience Scores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ilienc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Baseline: 100% score as expected —</a:t>
            </a:r>
            <a:br/>
            <a:r>
              <a:t>  validates experimental methodology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consistently lowest scores —</a:t>
            </a:r>
            <a:br/>
            <a:r>
              <a:t>  maximum contention degrades all probes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highest scores among non-baseline</a:t>
            </a:r>
            <a:br/>
            <a:r>
              <a:t>  — fault isolation limits blast radius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Default: moderate — K8s scheduler provides</a:t>
            </a:r>
            <a:br/>
            <a:r>
              <a:t>  partial but unintentional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Random &amp; Adversarial: variable —</a:t>
            </a:r>
            <a:br/>
            <a:r>
              <a:t>  depends on resource-hotspot placement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Hypothesis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H1 (colocate = worst): Supported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59893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H2 (spread = best isolation): Supported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H3 (baseline = 100%): Supported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Recovery Time &amp; Latency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covery_t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Recovery Time (pod deletion → ready)</a:t>
            </a:r>
          </a:p>
        </p:txBody>
      </p:sp>
      <p:pic>
        <p:nvPicPr>
          <p:cNvPr id="6" name="Picture 5" descr="latency_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Latency Degradation (Pre-Chaos vs During-Chaos)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Recovery Time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longest recovery — scheduler contention</a:t>
            </a:r>
            <a:br/>
            <a:r>
              <a:t>  on the saturated node delays rescheduling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fastest recovery — dedicated node resources</a:t>
            </a:r>
            <a:br/>
            <a:r>
              <a:t>  allow immediate rescheduling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Baseline: 0 recovery cycles (no pods deleted) — control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Latency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highest degradation — shared CPU, memory,</a:t>
            </a:r>
            <a:br/>
            <a:r>
              <a:t>  and network stack amplify latency during fault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minimal increase — fault isolation contains</a:t>
            </a:r>
            <a:br/>
            <a:r>
              <a:t>  impact to the targeted service's node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Adversarial: high — resource-heavy hotspot node</a:t>
            </a:r>
            <a:br/>
            <a:r>
              <a:t>  amplifies cross-service contention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Resources &amp; Throughput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ource_ut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Resource Utilization (CPU &amp; Memory)</a:t>
            </a:r>
          </a:p>
        </p:txBody>
      </p:sp>
      <p:pic>
        <p:nvPicPr>
          <p:cNvPr id="6" name="Picture 5" descr="throughput_by_strate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I/O Throughput (Redis ops/s, Disk bytes/s)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Resource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highest CPU throttling — all services</a:t>
            </a:r>
            <a:br/>
            <a:r>
              <a:t>  compete for shared cores on a single node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most stable resource usage — dedicated</a:t>
            </a:r>
            <a:br/>
            <a:r>
              <a:t>  per-node capacity minimizes contention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 pressure correlates with placement density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Throughput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Disk I/O: colocate shows degraded throughput due</a:t>
            </a:r>
            <a:br/>
            <a:r>
              <a:t>  to shared disk bandwidth across all services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Redis: throughput varies with network locality —</a:t>
            </a:r>
            <a:br/>
            <a:r>
              <a:t>  co-located cart+redis may benefit from low latency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consistent throughput — isolated I/O paths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ategy_comparis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Hypothesis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9164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69164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7099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Colocate = worst 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Colocate: lowest scores, longest recovery,</a:t>
            </a:r>
            <a:br/>
            <a:r>
              <a:t>highest latency &amp; CPU throttling.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0" y="187452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Supported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697480"/>
            <a:ext cx="640080" cy="7315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69748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157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Calibri"/>
              </a:defRPr>
            </a:pPr>
            <a:r>
              <a:t>Spread = best fault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9718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Spread: best non-baseline scores, minimal</a:t>
            </a:r>
            <a:br/>
            <a:r>
              <a:t>latency increase, fastest recovery.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2880360"/>
            <a:ext cx="100584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Supported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703320"/>
            <a:ext cx="640080" cy="73152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70332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7216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F8C8D"/>
                </a:solidFill>
                <a:latin typeface="Calibri"/>
              </a:defRPr>
            </a:pPr>
            <a:r>
              <a:t>Baseline = 100% (valid method)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9776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Trivial fault → 100% score, 0 recovery</a:t>
            </a:r>
            <a:br/>
            <a:r>
              <a:t>cycles — confirms measurement validity.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0" y="3886200"/>
            <a:ext cx="1005840" cy="32004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Supported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Placement Matters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Topology is not just a resource concern — it directly determines fault blast radius and recovery characteristics.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Scheduler Is Not Enough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Default K8s scheduling provides some isolation but is not optimized for resilience — intentional placement is needed.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Multi-Dimensional Impact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 affects all measured dimensions: recovery, latency, resources, and throughput — not just a single metric.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033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KVM/QEMU introduces virtualization overhead. Bare-metal clusters may show different performance characteristics, especially for I/O metrics.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40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+ 4 workers, 10 vCPU, 14 GiB). Larger clusters with more nodes and resources may show different placement effects.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832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7033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Only pod-delete and pod-cpu-hog tested. Network partitions, disk faults, and memory pressure faults may reveal different strategy rankings.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846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1663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10/s). Bursty, ramping, or production-like traffic patterns may affect results differently.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testing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Systematic evaluation of 6 placement strategies</a:t>
            </a:r>
            <a:br/>
            <a:r>
              <a:t>  under 2 fault types across 4 metric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Neo4j graph storage preserving causal</a:t>
            </a:r>
            <a:br/>
            <a:r>
              <a:t>  relationships for topology-aware analysis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Reproducible methodology: seeded randomness,</a:t>
            </a:r>
            <a:br/>
            <a:r>
              <a:t>  exact configs, automated comparison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Placement topology has a measurable and</a:t>
            </a:r>
            <a:br/>
            <a:r>
              <a:t>  significant impact on chaos resilience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Colocate: consistently worst — highest latency,</a:t>
            </a:r>
            <a:br/>
            <a:r>
              <a:t>  longest recovery, most contention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Spread: consistently best fault isolation —</a:t>
            </a:r>
            <a:br/>
            <a:r>
              <a:t>  minimal degradation across all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All three hypotheses supported by</a:t>
            </a:r>
            <a:br/>
            <a:r>
              <a:t>  experimental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Multi-fault injection — concurrent faults</a:t>
            </a:r>
            <a:br/>
            <a:r>
              <a:t>  for complex failure scenarios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 scale — 20+ nodes, 100+ services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ML-based anomaly detection on collected dataset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Custom placement policies — RL-based 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Production-like traffic patterns &amp; workloads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Integration with GitOps for automated remediation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Pod placement topology has a measurable and significant impact on microservice resilience under chaos injection. Topology-aware scheduling is essential for building resilient cloud-native systems.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74C3C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Fault</a:t>
            </a:r>
            <a:br/>
            <a:r>
              <a:t>Types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Metric</a:t>
            </a:r>
            <a:br/>
            <a:r>
              <a:t>Dimensions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3/3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Hypotheses</a:t>
            </a:r>
            <a:br/>
            <a:r>
              <a:t>Supported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