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less than default/spread (during-chaos rate 1.54 vs 1.90, 1.94), with lower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is refuted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refuted at the metric level — not merely unmeasurable on the score.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Mechanism signal is churn-specific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cpu-hog (n=2) does not reproduce: one run scored ~100 across strategies, one saw many iterations fail (33-67, σ≈58). The score is noisy under both faults; the reproducible M1/M2 signal is churn-specific.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split is unstable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d2s/s2r split is run-dependent: app-startup dominates in some runs (84-96%), the scheduling term in others (up to ~78%). Recovery decomposition is not a stable placement signal.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 the 13</a:t>
            </a:r>
            <a:br/>
            <a:r>
              <a:t>  churn runs (≥3 iters, post-fix, baseline=100):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split is unstable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their split is run-dependent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app-startup dominates in some runs (84–96%),</a:t>
            </a:r>
            <a:br/>
            <a:r>
              <a:t>  the scheduling term in others (up to ~78%)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Either way recovery rank is noise run-to-run — it</a:t>
            </a:r>
            <a:br/>
            <a:r>
              <a:t>  does not track the placement story (refutes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chanism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Conntrack Churn &amp; CPU Throttling (M1, M2)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less than</a:t>
            </a:r>
            <a:br/>
            <a:r>
              <a:t>  default/spread — during-chaos rate 1.54 vs 1.90,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 &lt; default in 11 of 13 runs — reproducible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 structurally: the d2s/s2r split is</a:t>
            </a:r>
            <a:br/>
            <a:r>
              <a:t>unstable run-to-run and the score is</a:t>
            </a:r>
            <a:br/>
            <a:r>
              <a:t>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Recovery's d2s/s2r split is unstable run-to-run,</a:t>
            </a:r>
            <a:br/>
            <a:r>
              <a:t> 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Refuted at</a:t>
            </a:r>
            <a:br/>
            <a:r>
              <a:t>mechanism 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