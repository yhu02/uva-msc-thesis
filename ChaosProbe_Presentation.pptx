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Instrument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2057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Baseline &amp; 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4206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42062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dynamics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Metrics carry disjoint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No single metric captures full chaos response. Best-fit and spread tie on aggregate (66.3) but diverge on recovery (1452 vs 1617 ms) and latency (100 vs 150 ms during chaos).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60320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Phase decomposition is necessary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Pre-chaos baselines vary by placement (spread 231 ms vs colocate 78 ms on /). During-chaos absolutes are uninterpretable without phase-aware normalisation.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5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937759" y="2331720"/>
            <a:ext cx="2331720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199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Per-pod granularity reveals heterogeneity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Cross-pod stddev within a single service is non-zero and placement-dependent. Aggregate cluster metrics miss it; per-pod LatencyProber sampling exposes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19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199" y="2331720"/>
            <a:ext cx="233172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Baseline predicts resilience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Strategies with lower pre-chaos latency variance score higher under chaos. The resting-state fingerprint predicts the failure response before any fault is injected.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39" y="233172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39" y="2331720"/>
            <a:ext cx="233172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79" y="2697479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Mean masks tail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79" y="310896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p95 latency ranking across strategies differs from mean ranking. Tail percentiles concentrate placement effects (Dean &amp; Barroso, CACM 2013).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82880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Cross-pod variance → leakage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Pre-chaos cross-node stddev predicts whether a strategy lands in the containment cluster (3-17% conntrack drop) or the leakage cluster (30-49% drop).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60320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60320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CPU throttling refutes contention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Under pod-delete, colocate throttles less (0.89) than spread (1.52) — opposite of Bubble-Up's contention prediction. Mars 2011 doesn't fit churn-based faults.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5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937759" y="4480560"/>
            <a:ext cx="23317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199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SLO + conntrack signals leakage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199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Conntrack flushing during chaos correlates with leakage: spread 49%, dep-aware 3%. The K8s Network Programming Latency SLO measures the churn mechanism directly.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19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199" y="4480560"/>
            <a:ext cx="23317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Scheduling latency dominates recovery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Recovery time = (deletion→scheduled) + (scheduled→ready). Placement affects only the first term; the second is application-bound and ~constant across strategies.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92639" y="4480560"/>
            <a:ext cx="2331720" cy="1874519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39" y="4480560"/>
            <a:ext cx="23317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79" y="4846320"/>
            <a:ext cx="2148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Post-chaos asymmetry as fingerprint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79" y="5257800"/>
            <a:ext cx="2148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Post-chaos metrics overshoot, undershoot, or stabilise per strategy. Redis throughput varies 50-450% post-chaos; the asymmetry pattern is itself a placement fingerprint.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18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100.0%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CONTAINMENT cluster (83.0, stddev 0):</a:t>
            </a:r>
            <a:br/>
            <a:r>
              <a:t>  colocate, random, dep-aware, adversarial.</a:t>
            </a:r>
            <a:br/>
            <a:r>
              <a:t>  Only the 2 strict probes (directly</a:t>
            </a:r>
            <a:br/>
            <a:r>
              <a:t>  targeted) fail; everything else passes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PARTIAL LEAKAGE (66.3, stddev 29):</a:t>
            </a:r>
            <a:br/>
            <a:r>
              <a:t>  spread, best-fit — moderate/loose/cmd</a:t>
            </a:r>
            <a:br/>
            <a:r>
              <a:t>  probes fail in ~1/3 of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FULL LEAKAGE (49.7, stddev 29):</a:t>
            </a:r>
            <a:br/>
            <a:r>
              <a:t>  default — collateral damage routine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Bifurcation, not monotonic density;</a:t>
            </a:r>
            <a:br/>
            <a:r>
              <a:t>  contradicts both H1 and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H1 (colocate = worst): REFUTED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H2 (spread = best): REFUTED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H3 (recovery → score): REFUTED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Random has the fastest recovery (1120ms) and is tied for the best score; spread has the slowest recovery (1617ms) and sits in the leakage cluster.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colocate tied for top non-baseline</a:t>
            </a:r>
            <a:br/>
            <a:r>
              <a:t>score (83.0, stddev 0) with random, adversarial,</a:t>
            </a:r>
            <a:br/>
            <a:r>
              <a:t>dep-aware — the containment cluster.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spread sits in the leakage cluster</a:t>
            </a:r>
            <a:br/>
            <a:r>
              <a:t>(66.3, stddev 29), not the containment cluster.</a:t>
            </a:r>
            <a:br/>
            <a:r>
              <a:t>Default (49.7) is worst, not colocate.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random has fastest recovery (1120ms)</a:t>
            </a:r>
            <a:br/>
            <a:r>
              <a:t>+ top score; spread slowest (1617ms) + leakage.</a:t>
            </a:r>
            <a:br/>
            <a:r>
              <a:t>Recovery and score uncorrelated.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Bimodal, not monotonic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Strategies cluster into containment (83) and leakage (50–66) — not a density gradient. The literature's monotonic spread-better/colocate-worse model does not fit the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Containment is the predictor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What separates the two clusters is whether the chaos target's network path stays inside the placement domain. When it does, only the directly-targeted probes fail. When it doesn't, collateral damage leaks.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creates kube-proxy / conntrack / CoreDNS reconvergence — the K8s SLO directly tracks this. Cross-node hops exposed to the kill cycle become failure surfaces; same-domain paths do not.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uniform 4-GiB workers, 10 vCPU, 18 GiB). Larger clusters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literature-derived hypotheses</a:t>
            </a:r>
            <a:br/>
            <a:r>
              <a:t>  REFUTED — colocate 83 &gt; spread 52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</a:t>
            </a:r>
            <a:br/>
            <a:r>
              <a:t>  not contention-based — locality wins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time does not predict score —</a:t>
            </a:r>
            <a:br/>
            <a:r>
              <a:t>  what matters is in-flight cross-node hops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Methodology control held: baseline = 100,</a:t>
            </a:r>
            <a:br/>
            <a:r>
              <a:t>  stddev 0 — refutations are real, not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